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1.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24.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83" r:id="rId2"/>
    <p:sldId id="257" r:id="rId3"/>
    <p:sldId id="282" r:id="rId4"/>
    <p:sldId id="293" r:id="rId5"/>
    <p:sldId id="278" r:id="rId6"/>
    <p:sldId id="291" r:id="rId7"/>
    <p:sldId id="279" r:id="rId8"/>
    <p:sldId id="305" r:id="rId9"/>
    <p:sldId id="306" r:id="rId10"/>
    <p:sldId id="298" r:id="rId11"/>
    <p:sldId id="295" r:id="rId12"/>
    <p:sldId id="264" r:id="rId13"/>
    <p:sldId id="286" r:id="rId14"/>
    <p:sldId id="297" r:id="rId15"/>
    <p:sldId id="296" r:id="rId16"/>
    <p:sldId id="304" r:id="rId17"/>
    <p:sldId id="281" r:id="rId18"/>
    <p:sldId id="290" r:id="rId19"/>
    <p:sldId id="292" r:id="rId20"/>
    <p:sldId id="262" r:id="rId21"/>
    <p:sldId id="294" r:id="rId22"/>
    <p:sldId id="288" r:id="rId23"/>
    <p:sldId id="299" r:id="rId24"/>
    <p:sldId id="300" r:id="rId25"/>
    <p:sldId id="301" r:id="rId26"/>
    <p:sldId id="302" r:id="rId27"/>
    <p:sldId id="303" r:id="rId28"/>
    <p:sldId id="276"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6A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4DCEC-A122-441A-9747-C537B0C3E5AC}" v="18" dt="2026-07-18T12:01:15.17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03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dmkd2429@outlook.com" userId="c17c9afb98f42b9f" providerId="LiveId" clId="{22BE8107-F1E1-4624-A5C2-E19369A4427B}"/>
    <pc:docChg chg="custSel modSld">
      <pc:chgData name="dev.dmkd2429@outlook.com" userId="c17c9afb98f42b9f" providerId="LiveId" clId="{22BE8107-F1E1-4624-A5C2-E19369A4427B}" dt="2026-07-18T12:06:38.767" v="62" actId="1076"/>
      <pc:docMkLst>
        <pc:docMk/>
      </pc:docMkLst>
      <pc:sldChg chg="delSp modSp mod delAnim">
        <pc:chgData name="dev.dmkd2429@outlook.com" userId="c17c9afb98f42b9f" providerId="LiveId" clId="{22BE8107-F1E1-4624-A5C2-E19369A4427B}" dt="2026-07-18T12:01:05.556" v="29" actId="1076"/>
        <pc:sldMkLst>
          <pc:docMk/>
          <pc:sldMk cId="0" sldId="262"/>
        </pc:sldMkLst>
        <pc:spChg chg="del">
          <ac:chgData name="dev.dmkd2429@outlook.com" userId="c17c9afb98f42b9f" providerId="LiveId" clId="{22BE8107-F1E1-4624-A5C2-E19369A4427B}" dt="2026-07-18T12:00:41.304" v="25" actId="478"/>
          <ac:spMkLst>
            <pc:docMk/>
            <pc:sldMk cId="0" sldId="262"/>
            <ac:spMk id="3" creationId="{3892D94E-7CFC-A8E4-F54D-2B40055F0112}"/>
          </ac:spMkLst>
        </pc:spChg>
        <pc:picChg chg="mod">
          <ac:chgData name="dev.dmkd2429@outlook.com" userId="c17c9afb98f42b9f" providerId="LiveId" clId="{22BE8107-F1E1-4624-A5C2-E19369A4427B}" dt="2026-07-18T12:01:05.556" v="29" actId="1076"/>
          <ac:picMkLst>
            <pc:docMk/>
            <pc:sldMk cId="0" sldId="262"/>
            <ac:picMk id="26" creationId="{3B54641B-DBAF-DA55-7B11-BFB7FD534114}"/>
          </ac:picMkLst>
        </pc:picChg>
      </pc:sldChg>
      <pc:sldChg chg="delSp modSp mod delAnim">
        <pc:chgData name="dev.dmkd2429@outlook.com" userId="c17c9afb98f42b9f" providerId="LiveId" clId="{22BE8107-F1E1-4624-A5C2-E19369A4427B}" dt="2026-07-18T12:06:38.767" v="62" actId="1076"/>
        <pc:sldMkLst>
          <pc:docMk/>
          <pc:sldMk cId="3764405840" sldId="278"/>
        </pc:sldMkLst>
        <pc:spChg chg="mod">
          <ac:chgData name="dev.dmkd2429@outlook.com" userId="c17c9afb98f42b9f" providerId="LiveId" clId="{22BE8107-F1E1-4624-A5C2-E19369A4427B}" dt="2026-07-18T11:58:36.293" v="5" actId="14100"/>
          <ac:spMkLst>
            <pc:docMk/>
            <pc:sldMk cId="3764405840" sldId="278"/>
            <ac:spMk id="2" creationId="{151FBD4A-3273-E454-091D-D5B0678FC299}"/>
          </ac:spMkLst>
        </pc:spChg>
        <pc:spChg chg="del">
          <ac:chgData name="dev.dmkd2429@outlook.com" userId="c17c9afb98f42b9f" providerId="LiveId" clId="{22BE8107-F1E1-4624-A5C2-E19369A4427B}" dt="2026-07-18T11:58:37.872" v="6" actId="478"/>
          <ac:spMkLst>
            <pc:docMk/>
            <pc:sldMk cId="3764405840" sldId="278"/>
            <ac:spMk id="5" creationId="{EFD2C764-F460-8218-95BB-73F64A5B78C8}"/>
          </ac:spMkLst>
        </pc:spChg>
        <pc:picChg chg="mod">
          <ac:chgData name="dev.dmkd2429@outlook.com" userId="c17c9afb98f42b9f" providerId="LiveId" clId="{22BE8107-F1E1-4624-A5C2-E19369A4427B}" dt="2026-07-18T12:06:38.767" v="62" actId="1076"/>
          <ac:picMkLst>
            <pc:docMk/>
            <pc:sldMk cId="3764405840" sldId="278"/>
            <ac:picMk id="9" creationId="{557CE1A5-4E97-1977-94BF-E06BB008BEAC}"/>
          </ac:picMkLst>
        </pc:picChg>
      </pc:sldChg>
      <pc:sldChg chg="delSp modSp mod delAnim">
        <pc:chgData name="dev.dmkd2429@outlook.com" userId="c17c9afb98f42b9f" providerId="LiveId" clId="{22BE8107-F1E1-4624-A5C2-E19369A4427B}" dt="2026-07-18T12:02:01.408" v="50" actId="1076"/>
        <pc:sldMkLst>
          <pc:docMk/>
          <pc:sldMk cId="2772501912" sldId="279"/>
        </pc:sldMkLst>
        <pc:spChg chg="del">
          <ac:chgData name="dev.dmkd2429@outlook.com" userId="c17c9afb98f42b9f" providerId="LiveId" clId="{22BE8107-F1E1-4624-A5C2-E19369A4427B}" dt="2026-07-18T11:59:20.612" v="13" actId="478"/>
          <ac:spMkLst>
            <pc:docMk/>
            <pc:sldMk cId="2772501912" sldId="279"/>
            <ac:spMk id="3" creationId="{8A962BB1-03D3-985E-A084-662CACC6787C}"/>
          </ac:spMkLst>
        </pc:spChg>
        <pc:spChg chg="del mod">
          <ac:chgData name="dev.dmkd2429@outlook.com" userId="c17c9afb98f42b9f" providerId="LiveId" clId="{22BE8107-F1E1-4624-A5C2-E19369A4427B}" dt="2026-07-18T12:01:53.506" v="49" actId="478"/>
          <ac:spMkLst>
            <pc:docMk/>
            <pc:sldMk cId="2772501912" sldId="279"/>
            <ac:spMk id="9" creationId="{B48DEFCD-1110-D21B-4578-26550818F205}"/>
          </ac:spMkLst>
        </pc:spChg>
        <pc:spChg chg="mod">
          <ac:chgData name="dev.dmkd2429@outlook.com" userId="c17c9afb98f42b9f" providerId="LiveId" clId="{22BE8107-F1E1-4624-A5C2-E19369A4427B}" dt="2026-07-18T12:02:01.408" v="50" actId="1076"/>
          <ac:spMkLst>
            <pc:docMk/>
            <pc:sldMk cId="2772501912" sldId="279"/>
            <ac:spMk id="10" creationId="{81BD8534-3CE1-413A-270B-477FCF64DD8E}"/>
          </ac:spMkLst>
        </pc:spChg>
      </pc:sldChg>
      <pc:sldChg chg="delSp modSp mod delAnim">
        <pc:chgData name="dev.dmkd2429@outlook.com" userId="c17c9afb98f42b9f" providerId="LiveId" clId="{22BE8107-F1E1-4624-A5C2-E19369A4427B}" dt="2026-07-18T12:02:20.896" v="52" actId="1076"/>
        <pc:sldMkLst>
          <pc:docMk/>
          <pc:sldMk cId="328526394" sldId="281"/>
        </pc:sldMkLst>
        <pc:spChg chg="del">
          <ac:chgData name="dev.dmkd2429@outlook.com" userId="c17c9afb98f42b9f" providerId="LiveId" clId="{22BE8107-F1E1-4624-A5C2-E19369A4427B}" dt="2026-07-18T12:00:20.058" v="21" actId="478"/>
          <ac:spMkLst>
            <pc:docMk/>
            <pc:sldMk cId="328526394" sldId="281"/>
            <ac:spMk id="4" creationId="{4CC71025-B4C1-445B-6183-0E05ABAE21E2}"/>
          </ac:spMkLst>
        </pc:spChg>
        <pc:spChg chg="mod">
          <ac:chgData name="dev.dmkd2429@outlook.com" userId="c17c9afb98f42b9f" providerId="LiveId" clId="{22BE8107-F1E1-4624-A5C2-E19369A4427B}" dt="2026-07-18T12:02:20.896" v="52" actId="1076"/>
          <ac:spMkLst>
            <pc:docMk/>
            <pc:sldMk cId="328526394" sldId="281"/>
            <ac:spMk id="6" creationId="{954A9092-3974-1D3B-6153-581FC161FF9D}"/>
          </ac:spMkLst>
        </pc:spChg>
        <pc:spChg chg="mod">
          <ac:chgData name="dev.dmkd2429@outlook.com" userId="c17c9afb98f42b9f" providerId="LiveId" clId="{22BE8107-F1E1-4624-A5C2-E19369A4427B}" dt="2026-07-18T12:00:26.084" v="22" actId="1076"/>
          <ac:spMkLst>
            <pc:docMk/>
            <pc:sldMk cId="328526394" sldId="281"/>
            <ac:spMk id="135" creationId="{2A145802-2DD3-EEBA-7D44-210C05B98C91}"/>
          </ac:spMkLst>
        </pc:spChg>
      </pc:sldChg>
      <pc:sldChg chg="delSp modSp mod delAnim">
        <pc:chgData name="dev.dmkd2429@outlook.com" userId="c17c9afb98f42b9f" providerId="LiveId" clId="{22BE8107-F1E1-4624-A5C2-E19369A4427B}" dt="2026-07-18T11:58:19.092" v="2" actId="207"/>
        <pc:sldMkLst>
          <pc:docMk/>
          <pc:sldMk cId="2952584201" sldId="282"/>
        </pc:sldMkLst>
        <pc:spChg chg="mod">
          <ac:chgData name="dev.dmkd2429@outlook.com" userId="c17c9afb98f42b9f" providerId="LiveId" clId="{22BE8107-F1E1-4624-A5C2-E19369A4427B}" dt="2026-07-18T11:58:04.314" v="1" actId="1076"/>
          <ac:spMkLst>
            <pc:docMk/>
            <pc:sldMk cId="2952584201" sldId="282"/>
            <ac:spMk id="3" creationId="{3847FA31-EA47-D27A-9D69-AF50A3080AEC}"/>
          </ac:spMkLst>
        </pc:spChg>
        <pc:spChg chg="del">
          <ac:chgData name="dev.dmkd2429@outlook.com" userId="c17c9afb98f42b9f" providerId="LiveId" clId="{22BE8107-F1E1-4624-A5C2-E19369A4427B}" dt="2026-07-18T11:57:57.324" v="0" actId="478"/>
          <ac:spMkLst>
            <pc:docMk/>
            <pc:sldMk cId="2952584201" sldId="282"/>
            <ac:spMk id="5" creationId="{5CE598F8-0EC0-1EBB-A451-617D698AB875}"/>
          </ac:spMkLst>
        </pc:spChg>
        <pc:spChg chg="mod">
          <ac:chgData name="dev.dmkd2429@outlook.com" userId="c17c9afb98f42b9f" providerId="LiveId" clId="{22BE8107-F1E1-4624-A5C2-E19369A4427B}" dt="2026-07-18T11:58:19.092" v="2" actId="207"/>
          <ac:spMkLst>
            <pc:docMk/>
            <pc:sldMk cId="2952584201" sldId="282"/>
            <ac:spMk id="8" creationId="{E511DD45-36D9-589D-E214-0CB3EFD8F899}"/>
          </ac:spMkLst>
        </pc:spChg>
      </pc:sldChg>
      <pc:sldChg chg="delSp mod delAnim">
        <pc:chgData name="dev.dmkd2429@outlook.com" userId="c17c9afb98f42b9f" providerId="LiveId" clId="{22BE8107-F1E1-4624-A5C2-E19369A4427B}" dt="2026-07-18T12:01:21.986" v="48" actId="478"/>
        <pc:sldMkLst>
          <pc:docMk/>
          <pc:sldMk cId="1229047658" sldId="288"/>
        </pc:sldMkLst>
        <pc:spChg chg="del">
          <ac:chgData name="dev.dmkd2429@outlook.com" userId="c17c9afb98f42b9f" providerId="LiveId" clId="{22BE8107-F1E1-4624-A5C2-E19369A4427B}" dt="2026-07-18T12:01:21.986" v="48" actId="478"/>
          <ac:spMkLst>
            <pc:docMk/>
            <pc:sldMk cId="1229047658" sldId="288"/>
            <ac:spMk id="2" creationId="{FE8ED56A-AAEF-0E4F-4C2E-C2E37A9D96D1}"/>
          </ac:spMkLst>
        </pc:spChg>
      </pc:sldChg>
      <pc:sldChg chg="delSp modSp mod delAnim">
        <pc:chgData name="dev.dmkd2429@outlook.com" userId="c17c9afb98f42b9f" providerId="LiveId" clId="{22BE8107-F1E1-4624-A5C2-E19369A4427B}" dt="2026-07-18T12:05:44.336" v="57" actId="1076"/>
        <pc:sldMkLst>
          <pc:docMk/>
          <pc:sldMk cId="755382" sldId="290"/>
        </pc:sldMkLst>
        <pc:spChg chg="del">
          <ac:chgData name="dev.dmkd2429@outlook.com" userId="c17c9afb98f42b9f" providerId="LiveId" clId="{22BE8107-F1E1-4624-A5C2-E19369A4427B}" dt="2026-07-18T12:00:33.848" v="23" actId="478"/>
          <ac:spMkLst>
            <pc:docMk/>
            <pc:sldMk cId="755382" sldId="290"/>
            <ac:spMk id="3" creationId="{F562B4DB-7293-A81B-3987-86F35E393438}"/>
          </ac:spMkLst>
        </pc:spChg>
        <pc:spChg chg="mod">
          <ac:chgData name="dev.dmkd2429@outlook.com" userId="c17c9afb98f42b9f" providerId="LiveId" clId="{22BE8107-F1E1-4624-A5C2-E19369A4427B}" dt="2026-07-18T12:05:30.624" v="55" actId="14100"/>
          <ac:spMkLst>
            <pc:docMk/>
            <pc:sldMk cId="755382" sldId="290"/>
            <ac:spMk id="6" creationId="{208F38B7-BD88-42FE-97A8-4D45F030012A}"/>
          </ac:spMkLst>
        </pc:spChg>
        <pc:spChg chg="del">
          <ac:chgData name="dev.dmkd2429@outlook.com" userId="c17c9afb98f42b9f" providerId="LiveId" clId="{22BE8107-F1E1-4624-A5C2-E19369A4427B}" dt="2026-07-18T12:05:19.707" v="53" actId="478"/>
          <ac:spMkLst>
            <pc:docMk/>
            <pc:sldMk cId="755382" sldId="290"/>
            <ac:spMk id="7" creationId="{CEEE26C6-628A-3004-D0DE-93411722AC7F}"/>
          </ac:spMkLst>
        </pc:spChg>
        <pc:picChg chg="mod">
          <ac:chgData name="dev.dmkd2429@outlook.com" userId="c17c9afb98f42b9f" providerId="LiveId" clId="{22BE8107-F1E1-4624-A5C2-E19369A4427B}" dt="2026-07-18T12:05:44.336" v="57" actId="1076"/>
          <ac:picMkLst>
            <pc:docMk/>
            <pc:sldMk cId="755382" sldId="290"/>
            <ac:picMk id="12" creationId="{2EC602A8-53AD-2D06-8EC2-F9CB56E1A22F}"/>
          </ac:picMkLst>
        </pc:picChg>
      </pc:sldChg>
      <pc:sldChg chg="delSp modSp mod delAnim">
        <pc:chgData name="dev.dmkd2429@outlook.com" userId="c17c9afb98f42b9f" providerId="LiveId" clId="{22BE8107-F1E1-4624-A5C2-E19369A4427B}" dt="2026-07-18T11:59:15.134" v="12" actId="1076"/>
        <pc:sldMkLst>
          <pc:docMk/>
          <pc:sldMk cId="3146073034" sldId="291"/>
        </pc:sldMkLst>
        <pc:spChg chg="mod">
          <ac:chgData name="dev.dmkd2429@outlook.com" userId="c17c9afb98f42b9f" providerId="LiveId" clId="{22BE8107-F1E1-4624-A5C2-E19369A4427B}" dt="2026-07-18T11:59:15.134" v="12" actId="1076"/>
          <ac:spMkLst>
            <pc:docMk/>
            <pc:sldMk cId="3146073034" sldId="291"/>
            <ac:spMk id="2" creationId="{189D03E3-C782-BAA0-25CD-AC8F93A156A1}"/>
          </ac:spMkLst>
        </pc:spChg>
        <pc:spChg chg="del">
          <ac:chgData name="dev.dmkd2429@outlook.com" userId="c17c9afb98f42b9f" providerId="LiveId" clId="{22BE8107-F1E1-4624-A5C2-E19369A4427B}" dt="2026-07-18T11:59:07.264" v="11" actId="478"/>
          <ac:spMkLst>
            <pc:docMk/>
            <pc:sldMk cId="3146073034" sldId="291"/>
            <ac:spMk id="3" creationId="{4D375FAB-FAC3-A401-536E-E539D4D829A5}"/>
          </ac:spMkLst>
        </pc:spChg>
      </pc:sldChg>
      <pc:sldChg chg="delSp modSp mod delAnim">
        <pc:chgData name="dev.dmkd2429@outlook.com" userId="c17c9afb98f42b9f" providerId="LiveId" clId="{22BE8107-F1E1-4624-A5C2-E19369A4427B}" dt="2026-07-18T12:05:59.830" v="60" actId="478"/>
        <pc:sldMkLst>
          <pc:docMk/>
          <pc:sldMk cId="3342156518" sldId="292"/>
        </pc:sldMkLst>
        <pc:spChg chg="del">
          <ac:chgData name="dev.dmkd2429@outlook.com" userId="c17c9afb98f42b9f" providerId="LiveId" clId="{22BE8107-F1E1-4624-A5C2-E19369A4427B}" dt="2026-07-18T12:00:37.950" v="24" actId="478"/>
          <ac:spMkLst>
            <pc:docMk/>
            <pc:sldMk cId="3342156518" sldId="292"/>
            <ac:spMk id="5" creationId="{C5BA29AF-5075-5624-9CC9-6B07ECC7F49C}"/>
          </ac:spMkLst>
        </pc:spChg>
        <pc:spChg chg="del">
          <ac:chgData name="dev.dmkd2429@outlook.com" userId="c17c9afb98f42b9f" providerId="LiveId" clId="{22BE8107-F1E1-4624-A5C2-E19369A4427B}" dt="2026-07-18T12:05:59.830" v="60" actId="478"/>
          <ac:spMkLst>
            <pc:docMk/>
            <pc:sldMk cId="3342156518" sldId="292"/>
            <ac:spMk id="9" creationId="{19DEBBB5-16E8-0135-0841-2263112A46A6}"/>
          </ac:spMkLst>
        </pc:spChg>
        <pc:picChg chg="mod">
          <ac:chgData name="dev.dmkd2429@outlook.com" userId="c17c9afb98f42b9f" providerId="LiveId" clId="{22BE8107-F1E1-4624-A5C2-E19369A4427B}" dt="2026-07-18T12:05:58.116" v="59" actId="1076"/>
          <ac:picMkLst>
            <pc:docMk/>
            <pc:sldMk cId="3342156518" sldId="292"/>
            <ac:picMk id="10" creationId="{DCF17683-FD02-4401-5429-B7A596BEA263}"/>
          </ac:picMkLst>
        </pc:picChg>
      </pc:sldChg>
      <pc:sldChg chg="delSp modSp mod delAnim">
        <pc:chgData name="dev.dmkd2429@outlook.com" userId="c17c9afb98f42b9f" providerId="LiveId" clId="{22BE8107-F1E1-4624-A5C2-E19369A4427B}" dt="2026-07-18T11:58:52.886" v="10" actId="478"/>
        <pc:sldMkLst>
          <pc:docMk/>
          <pc:sldMk cId="3410887352" sldId="293"/>
        </pc:sldMkLst>
        <pc:spChg chg="mod">
          <ac:chgData name="dev.dmkd2429@outlook.com" userId="c17c9afb98f42b9f" providerId="LiveId" clId="{22BE8107-F1E1-4624-A5C2-E19369A4427B}" dt="2026-07-18T11:58:29.302" v="4" actId="1076"/>
          <ac:spMkLst>
            <pc:docMk/>
            <pc:sldMk cId="3410887352" sldId="293"/>
            <ac:spMk id="4" creationId="{9B41413F-7D2C-9F91-DC84-F1AD29DCF086}"/>
          </ac:spMkLst>
        </pc:spChg>
        <pc:spChg chg="del">
          <ac:chgData name="dev.dmkd2429@outlook.com" userId="c17c9afb98f42b9f" providerId="LiveId" clId="{22BE8107-F1E1-4624-A5C2-E19369A4427B}" dt="2026-07-18T11:58:22.957" v="3" actId="478"/>
          <ac:spMkLst>
            <pc:docMk/>
            <pc:sldMk cId="3410887352" sldId="293"/>
            <ac:spMk id="5" creationId="{619362D5-FA85-E234-66F1-4DE039F0C7A1}"/>
          </ac:spMkLst>
        </pc:spChg>
        <pc:spChg chg="del">
          <ac:chgData name="dev.dmkd2429@outlook.com" userId="c17c9afb98f42b9f" providerId="LiveId" clId="{22BE8107-F1E1-4624-A5C2-E19369A4427B}" dt="2026-07-18T11:58:49.515" v="8" actId="478"/>
          <ac:spMkLst>
            <pc:docMk/>
            <pc:sldMk cId="3410887352" sldId="293"/>
            <ac:spMk id="12" creationId="{E704BE55-AA86-9CEC-6BC9-15F48B732622}"/>
          </ac:spMkLst>
        </pc:spChg>
        <pc:spChg chg="del">
          <ac:chgData name="dev.dmkd2429@outlook.com" userId="c17c9afb98f42b9f" providerId="LiveId" clId="{22BE8107-F1E1-4624-A5C2-E19369A4427B}" dt="2026-07-18T11:58:50.650" v="9" actId="478"/>
          <ac:spMkLst>
            <pc:docMk/>
            <pc:sldMk cId="3410887352" sldId="293"/>
            <ac:spMk id="14" creationId="{4A9ECE59-27C9-2E00-6A1E-5FA435CD16F0}"/>
          </ac:spMkLst>
        </pc:spChg>
        <pc:spChg chg="del">
          <ac:chgData name="dev.dmkd2429@outlook.com" userId="c17c9afb98f42b9f" providerId="LiveId" clId="{22BE8107-F1E1-4624-A5C2-E19369A4427B}" dt="2026-07-18T11:58:44.316" v="7" actId="478"/>
          <ac:spMkLst>
            <pc:docMk/>
            <pc:sldMk cId="3410887352" sldId="293"/>
            <ac:spMk id="16" creationId="{6AAF0049-78F5-9B73-1805-C7E9E7A683D6}"/>
          </ac:spMkLst>
        </pc:spChg>
        <pc:spChg chg="del">
          <ac:chgData name="dev.dmkd2429@outlook.com" userId="c17c9afb98f42b9f" providerId="LiveId" clId="{22BE8107-F1E1-4624-A5C2-E19369A4427B}" dt="2026-07-18T11:58:52.886" v="10" actId="478"/>
          <ac:spMkLst>
            <pc:docMk/>
            <pc:sldMk cId="3410887352" sldId="293"/>
            <ac:spMk id="18" creationId="{5D75FDEB-3C05-D4EB-446D-CDF651B8EDC6}"/>
          </ac:spMkLst>
        </pc:spChg>
      </pc:sldChg>
      <pc:sldChg chg="modSp">
        <pc:chgData name="dev.dmkd2429@outlook.com" userId="c17c9afb98f42b9f" providerId="LiveId" clId="{22BE8107-F1E1-4624-A5C2-E19369A4427B}" dt="2026-07-18T12:01:15.174" v="47" actId="20577"/>
        <pc:sldMkLst>
          <pc:docMk/>
          <pc:sldMk cId="3517538036" sldId="294"/>
        </pc:sldMkLst>
        <pc:spChg chg="mod">
          <ac:chgData name="dev.dmkd2429@outlook.com" userId="c17c9afb98f42b9f" providerId="LiveId" clId="{22BE8107-F1E1-4624-A5C2-E19369A4427B}" dt="2026-07-18T12:01:15.174" v="47" actId="20577"/>
          <ac:spMkLst>
            <pc:docMk/>
            <pc:sldMk cId="3517538036" sldId="294"/>
            <ac:spMk id="12" creationId="{8B5DEFDF-D447-9D23-6B83-FE0CA9BFCEB3}"/>
          </ac:spMkLst>
        </pc:spChg>
      </pc:sldChg>
      <pc:sldChg chg="delSp modSp mod delAnim">
        <pc:chgData name="dev.dmkd2429@outlook.com" userId="c17c9afb98f42b9f" providerId="LiveId" clId="{22BE8107-F1E1-4624-A5C2-E19369A4427B}" dt="2026-07-18T11:59:48.581" v="17" actId="1076"/>
        <pc:sldMkLst>
          <pc:docMk/>
          <pc:sldMk cId="157655798" sldId="295"/>
        </pc:sldMkLst>
        <pc:spChg chg="mod">
          <ac:chgData name="dev.dmkd2429@outlook.com" userId="c17c9afb98f42b9f" providerId="LiveId" clId="{22BE8107-F1E1-4624-A5C2-E19369A4427B}" dt="2026-07-18T11:59:48.581" v="17" actId="1076"/>
          <ac:spMkLst>
            <pc:docMk/>
            <pc:sldMk cId="157655798" sldId="295"/>
            <ac:spMk id="2" creationId="{D842654B-E163-7A05-064C-465D75D55FF4}"/>
          </ac:spMkLst>
        </pc:spChg>
        <pc:spChg chg="del">
          <ac:chgData name="dev.dmkd2429@outlook.com" userId="c17c9afb98f42b9f" providerId="LiveId" clId="{22BE8107-F1E1-4624-A5C2-E19369A4427B}" dt="2026-07-18T11:59:41.808" v="16" actId="478"/>
          <ac:spMkLst>
            <pc:docMk/>
            <pc:sldMk cId="157655798" sldId="295"/>
            <ac:spMk id="4" creationId="{70EC6067-6F23-035C-E769-AFEAAB4DBC69}"/>
          </ac:spMkLst>
        </pc:spChg>
      </pc:sldChg>
      <pc:sldChg chg="delSp modSp mod delAnim">
        <pc:chgData name="dev.dmkd2429@outlook.com" userId="c17c9afb98f42b9f" providerId="LiveId" clId="{22BE8107-F1E1-4624-A5C2-E19369A4427B}" dt="2026-07-18T12:00:13.962" v="20" actId="14100"/>
        <pc:sldMkLst>
          <pc:docMk/>
          <pc:sldMk cId="102156604" sldId="296"/>
        </pc:sldMkLst>
        <pc:spChg chg="del">
          <ac:chgData name="dev.dmkd2429@outlook.com" userId="c17c9afb98f42b9f" providerId="LiveId" clId="{22BE8107-F1E1-4624-A5C2-E19369A4427B}" dt="2026-07-18T11:59:57.774" v="18" actId="478"/>
          <ac:spMkLst>
            <pc:docMk/>
            <pc:sldMk cId="102156604" sldId="296"/>
            <ac:spMk id="2" creationId="{DDFA02D0-9F9E-399D-DBDA-20A8F6717CDB}"/>
          </ac:spMkLst>
        </pc:spChg>
        <pc:spChg chg="mod">
          <ac:chgData name="dev.dmkd2429@outlook.com" userId="c17c9afb98f42b9f" providerId="LiveId" clId="{22BE8107-F1E1-4624-A5C2-E19369A4427B}" dt="2026-07-18T12:00:13.962" v="20" actId="14100"/>
          <ac:spMkLst>
            <pc:docMk/>
            <pc:sldMk cId="102156604" sldId="296"/>
            <ac:spMk id="15" creationId="{B2506F9C-9148-1033-1572-C931161BF2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60320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7391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60320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jp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hrutichaurasia-dev/AI-Travel-Agent" TargetMode="External"/><Relationship Id="rId2" Type="http://schemas.openxmlformats.org/officeDocument/2006/relationships/image" Target="../media/image36.sv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88403127"/>
              </p:ext>
            </p:extLst>
          </p:nvPr>
        </p:nvGraphicFramePr>
        <p:xfrm>
          <a:off x="782319" y="2760187"/>
          <a:ext cx="10600255" cy="3024774"/>
        </p:xfrm>
        <a:graphic>
          <a:graphicData uri="http://schemas.openxmlformats.org/drawingml/2006/table">
            <a:tbl>
              <a:tblPr>
                <a:noFill/>
                <a:tableStyleId>{0AAD8F4D-43EB-41E5-8A38-28AB6DFB1B60}</a:tableStyleId>
              </a:tblPr>
              <a:tblGrid>
                <a:gridCol w="2438401">
                  <a:extLst>
                    <a:ext uri="{9D8B030D-6E8A-4147-A177-3AD203B41FA5}">
                      <a16:colId xmlns:a16="http://schemas.microsoft.com/office/drawing/2014/main" val="20000"/>
                    </a:ext>
                  </a:extLst>
                </a:gridCol>
                <a:gridCol w="2448560">
                  <a:extLst>
                    <a:ext uri="{9D8B030D-6E8A-4147-A177-3AD203B41FA5}">
                      <a16:colId xmlns:a16="http://schemas.microsoft.com/office/drawing/2014/main" val="20002"/>
                    </a:ext>
                  </a:extLst>
                </a:gridCol>
                <a:gridCol w="3532361">
                  <a:extLst>
                    <a:ext uri="{9D8B030D-6E8A-4147-A177-3AD203B41FA5}">
                      <a16:colId xmlns:a16="http://schemas.microsoft.com/office/drawing/2014/main" val="20003"/>
                    </a:ext>
                  </a:extLst>
                </a:gridCol>
                <a:gridCol w="2180933">
                  <a:extLst>
                    <a:ext uri="{9D8B030D-6E8A-4147-A177-3AD203B41FA5}">
                      <a16:colId xmlns:a16="http://schemas.microsoft.com/office/drawing/2014/main" val="20004"/>
                    </a:ext>
                  </a:extLst>
                </a:gridCol>
              </a:tblGrid>
              <a:tr h="1282636">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42138">
                <a:tc>
                  <a:txBody>
                    <a:bodyPr/>
                    <a:lstStyle/>
                    <a:p>
                      <a:pPr marL="0" marR="0" lvl="0" indent="0" algn="l" rtl="0">
                        <a:spcBef>
                          <a:spcPts val="0"/>
                        </a:spcBef>
                        <a:spcAft>
                          <a:spcPts val="0"/>
                        </a:spcAft>
                        <a:buNone/>
                      </a:pPr>
                      <a:r>
                        <a:rPr lang="en-IN" sz="1800" dirty="0"/>
                        <a:t>SHRUTI CHAURASIA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shrutic.chaurasia@bbdnitm.ac.in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+91 8765244270</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1714154"/>
            <a:ext cx="10280254" cy="523220"/>
          </a:xfrm>
          <a:prstGeom prst="rect">
            <a:avLst/>
          </a:prstGeom>
          <a:noFill/>
        </p:spPr>
        <p:txBody>
          <a:bodyPr wrap="square" rtlCol="0">
            <a:spAutoFit/>
          </a:bodyPr>
          <a:lstStyle/>
          <a:p>
            <a:r>
              <a:rPr lang="en-US" sz="2800" b="1" u="sng" dirty="0"/>
              <a:t>Domain of  Project</a:t>
            </a:r>
            <a:r>
              <a:rPr lang="en-US" sz="2800" b="1" dirty="0"/>
              <a:t> </a:t>
            </a:r>
            <a:r>
              <a:rPr lang="en-US" sz="2400" b="1" dirty="0"/>
              <a:t>– </a:t>
            </a:r>
            <a:r>
              <a:rPr lang="en-US" sz="2800" b="1" dirty="0"/>
              <a:t>EDUCATION / AI</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46448" y="892128"/>
            <a:ext cx="12192000" cy="523220"/>
          </a:xfrm>
          <a:prstGeom prst="rect">
            <a:avLst/>
          </a:prstGeom>
          <a:noFill/>
        </p:spPr>
        <p:txBody>
          <a:bodyPr wrap="square" rtlCol="0">
            <a:spAutoFit/>
          </a:bodyPr>
          <a:lstStyle/>
          <a:p>
            <a:r>
              <a:rPr lang="en-US" sz="2800" b="1" u="sng" dirty="0"/>
              <a:t>Project Tile </a:t>
            </a:r>
            <a:r>
              <a:rPr lang="en-US" sz="2800" b="1" dirty="0"/>
              <a:t>– </a:t>
            </a:r>
            <a:r>
              <a:rPr lang="en-US" sz="2000" b="1" dirty="0"/>
              <a:t>AI-POWERED JOB RECOMMENDATION &amp; CAREER ASSISTANCE PLATFORM</a:t>
            </a:r>
            <a:endParaRPr lang="en-US" sz="2400" dirty="0"/>
          </a:p>
        </p:txBody>
      </p:sp>
      <p:pic>
        <p:nvPicPr>
          <p:cNvPr id="3" name="Picture 2">
            <a:extLst>
              <a:ext uri="{FF2B5EF4-FFF2-40B4-BE49-F238E27FC236}">
                <a16:creationId xmlns:a16="http://schemas.microsoft.com/office/drawing/2014/main" id="{38A4580A-7C11-2C7B-3136-03F1B815349E}"/>
              </a:ext>
            </a:extLst>
          </p:cNvPr>
          <p:cNvPicPr>
            <a:picLocks noChangeAspect="1"/>
          </p:cNvPicPr>
          <p:nvPr/>
        </p:nvPicPr>
        <p:blipFill>
          <a:blip r:embed="rId3"/>
          <a:stretch>
            <a:fillRect/>
          </a:stretch>
        </p:blipFill>
        <p:spPr>
          <a:xfrm>
            <a:off x="3326627" y="4154971"/>
            <a:ext cx="2190253" cy="15283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randombar(horizontal)">
                                      <p:cBhvr>
                                        <p:cTn id="19" dur="500"/>
                                        <p:tgtEl>
                                          <p:spTgt spid="9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6" name="Rectangle: Folded Corner 5">
            <a:extLst>
              <a:ext uri="{FF2B5EF4-FFF2-40B4-BE49-F238E27FC236}">
                <a16:creationId xmlns:a16="http://schemas.microsoft.com/office/drawing/2014/main" id="{1F56D44F-392C-CF96-4E06-1D2EBDCC852E}"/>
              </a:ext>
            </a:extLst>
          </p:cNvPr>
          <p:cNvSpPr/>
          <p:nvPr/>
        </p:nvSpPr>
        <p:spPr>
          <a:xfrm>
            <a:off x="0" y="1964352"/>
            <a:ext cx="9999406" cy="4494904"/>
          </a:xfrm>
          <a:prstGeom prst="foldedCorner">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F6745E-14BA-0766-CE1E-32E29663832D}"/>
              </a:ext>
            </a:extLst>
          </p:cNvPr>
          <p:cNvSpPr txBox="1"/>
          <p:nvPr/>
        </p:nvSpPr>
        <p:spPr>
          <a:xfrm>
            <a:off x="318813" y="2454732"/>
            <a:ext cx="8794707" cy="3266985"/>
          </a:xfrm>
          <a:prstGeom prst="rect">
            <a:avLst/>
          </a:prstGeom>
          <a:noFill/>
        </p:spPr>
        <p:txBody>
          <a:bodyPr wrap="square" rtlCol="0">
            <a:spAutoFit/>
          </a:bodyPr>
          <a:lstStyle/>
          <a:p>
            <a:pPr algn="just">
              <a:lnSpc>
                <a:spcPct val="150000"/>
              </a:lnSpc>
            </a:pPr>
            <a:r>
              <a:rPr lang="en-US" sz="2000" dirty="0"/>
              <a:t>Planning a trip can be stressful because users have to search multiple websites for flights, hotels, travel packages, and destination information. They also struggle to find personalized travel recommendations based on their budget and interests. There is a need for an AI-powered travel assistant that can simplify travel planning, provide personalized recommendations, answer travel-related queries, and help users make better travel decisions.</a:t>
            </a:r>
          </a:p>
        </p:txBody>
      </p:sp>
      <p:sp>
        <p:nvSpPr>
          <p:cNvPr id="3" name="TextBox 2">
            <a:extLst>
              <a:ext uri="{FF2B5EF4-FFF2-40B4-BE49-F238E27FC236}">
                <a16:creationId xmlns:a16="http://schemas.microsoft.com/office/drawing/2014/main" id="{3847FA31-EA47-D27A-9D69-AF50A3080AEC}"/>
              </a:ext>
            </a:extLst>
          </p:cNvPr>
          <p:cNvSpPr txBox="1"/>
          <p:nvPr/>
        </p:nvSpPr>
        <p:spPr>
          <a:xfrm>
            <a:off x="100846" y="137134"/>
            <a:ext cx="7214616" cy="523220"/>
          </a:xfrm>
          <a:prstGeom prst="rect">
            <a:avLst/>
          </a:prstGeom>
          <a:noFill/>
        </p:spPr>
        <p:txBody>
          <a:bodyPr wrap="square" rtlCol="0">
            <a:spAutoFit/>
          </a:bodyPr>
          <a:lstStyle/>
          <a:p>
            <a:r>
              <a:rPr lang="en-US" sz="2800" b="1" dirty="0"/>
              <a:t>PROBLEM STATEMENT -</a:t>
            </a:r>
            <a:endParaRPr lang="en-IN" sz="2800" b="1" dirty="0"/>
          </a:p>
        </p:txBody>
      </p:sp>
      <p:sp>
        <p:nvSpPr>
          <p:cNvPr id="7" name="Wave 6">
            <a:extLst>
              <a:ext uri="{FF2B5EF4-FFF2-40B4-BE49-F238E27FC236}">
                <a16:creationId xmlns:a16="http://schemas.microsoft.com/office/drawing/2014/main" id="{DCDE1458-0D31-B5E2-78E3-FB65EFBC522D}"/>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E511DD45-36D9-589D-E214-0CB3EFD8F899}"/>
              </a:ext>
            </a:extLst>
          </p:cNvPr>
          <p:cNvSpPr/>
          <p:nvPr/>
        </p:nvSpPr>
        <p:spPr>
          <a:xfrm>
            <a:off x="-1" y="1280388"/>
            <a:ext cx="12192001" cy="52322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1" name="Picture 10" descr="Research Problem Identification">
            <a:extLst>
              <a:ext uri="{FF2B5EF4-FFF2-40B4-BE49-F238E27FC236}">
                <a16:creationId xmlns:a16="http://schemas.microsoft.com/office/drawing/2014/main" id="{2C308664-2F36-3FA3-2DD3-A98D44DE4CB0}"/>
              </a:ext>
            </a:extLst>
          </p:cNvPr>
          <p:cNvPicPr>
            <a:picLocks noChangeAspect="1"/>
          </p:cNvPicPr>
          <p:nvPr/>
        </p:nvPicPr>
        <p:blipFill>
          <a:blip r:embed="rId3"/>
          <a:stretch>
            <a:fillRect/>
          </a:stretch>
        </p:blipFill>
        <p:spPr>
          <a:xfrm flipH="1">
            <a:off x="10146563" y="-12364"/>
            <a:ext cx="2045437" cy="1282919"/>
          </a:xfrm>
          <a:prstGeom prst="rect">
            <a:avLst/>
          </a:prstGeom>
        </p:spPr>
      </p:pic>
      <p:sp>
        <p:nvSpPr>
          <p:cNvPr id="10" name="TextBox 9">
            <a:extLst>
              <a:ext uri="{FF2B5EF4-FFF2-40B4-BE49-F238E27FC236}">
                <a16:creationId xmlns:a16="http://schemas.microsoft.com/office/drawing/2014/main" id="{C663671E-057C-AF82-47E5-9FE11AC72D1D}"/>
              </a:ext>
            </a:extLst>
          </p:cNvPr>
          <p:cNvSpPr txBox="1"/>
          <p:nvPr/>
        </p:nvSpPr>
        <p:spPr>
          <a:xfrm>
            <a:off x="-2" y="1333410"/>
            <a:ext cx="12860596" cy="677108"/>
          </a:xfrm>
          <a:prstGeom prst="rect">
            <a:avLst/>
          </a:prstGeom>
          <a:noFill/>
        </p:spPr>
        <p:txBody>
          <a:bodyPr wrap="square" rtlCol="0">
            <a:spAutoFit/>
          </a:bodyPr>
          <a:lstStyle/>
          <a:p>
            <a:r>
              <a:rPr lang="en-US" sz="1800" b="1" dirty="0"/>
              <a:t>Problem Statement </a:t>
            </a:r>
            <a:r>
              <a:rPr lang="en-US" sz="2000" b="1" dirty="0"/>
              <a:t>: </a:t>
            </a:r>
            <a:r>
              <a:rPr lang="en-IN" sz="2400" dirty="0"/>
              <a:t>AI-Powered Travel Agent &amp; Trip Planner using IBM </a:t>
            </a:r>
            <a:r>
              <a:rPr lang="en-IN" sz="2400" dirty="0" err="1"/>
              <a:t>watsonx</a:t>
            </a:r>
            <a:r>
              <a:rPr lang="en-IN" sz="2400" dirty="0"/>
              <a:t> Orchestrate</a:t>
            </a:r>
            <a:endParaRPr lang="en-US" sz="2000" dirty="0"/>
          </a:p>
          <a:p>
            <a:endParaRPr lang="en-IN" dirty="0"/>
          </a:p>
        </p:txBody>
      </p:sp>
    </p:spTree>
    <p:extLst>
      <p:ext uri="{BB962C8B-B14F-4D97-AF65-F5344CB8AC3E}">
        <p14:creationId xmlns:p14="http://schemas.microsoft.com/office/powerpoint/2010/main" val="295258420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randombar(horizont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3" grpId="0"/>
      <p:bldP spid="8" grpId="0" animBg="1"/>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Single Corner Snipped 5">
            <a:extLst>
              <a:ext uri="{FF2B5EF4-FFF2-40B4-BE49-F238E27FC236}">
                <a16:creationId xmlns:a16="http://schemas.microsoft.com/office/drawing/2014/main" id="{FB7E0EFF-496D-1490-5889-A595515BB22B}"/>
              </a:ext>
            </a:extLst>
          </p:cNvPr>
          <p:cNvSpPr/>
          <p:nvPr/>
        </p:nvSpPr>
        <p:spPr>
          <a:xfrm>
            <a:off x="0" y="1310640"/>
            <a:ext cx="9184640" cy="3398520"/>
          </a:xfrm>
          <a:prstGeom prst="snip1Rect">
            <a:avLst/>
          </a:prstGeom>
          <a:solidFill>
            <a:schemeClr val="tx2">
              <a:alpha val="4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ED1FCC4-E5C9-FFAF-710B-4398B1E3EBC5}"/>
              </a:ext>
            </a:extLst>
          </p:cNvPr>
          <p:cNvSpPr txBox="1"/>
          <p:nvPr/>
        </p:nvSpPr>
        <p:spPr>
          <a:xfrm>
            <a:off x="319549" y="1376407"/>
            <a:ext cx="7719961" cy="3266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dirty="0"/>
              <a:t>Build an AI-powered Travel Assistant.</a:t>
            </a:r>
          </a:p>
          <a:p>
            <a:pPr marL="342900" indent="-342900">
              <a:lnSpc>
                <a:spcPct val="150000"/>
              </a:lnSpc>
              <a:buFont typeface="Arial" panose="020B0604020202020204" pitchFamily="34" charset="0"/>
              <a:buChar char="•"/>
            </a:pPr>
            <a:r>
              <a:rPr lang="en-IN" sz="2000" dirty="0"/>
              <a:t> Provide personalized travel recommendations. </a:t>
            </a:r>
          </a:p>
          <a:p>
            <a:pPr marL="342900" indent="-342900">
              <a:lnSpc>
                <a:spcPct val="150000"/>
              </a:lnSpc>
              <a:buFont typeface="Arial" panose="020B0604020202020204" pitchFamily="34" charset="0"/>
              <a:buChar char="•"/>
            </a:pPr>
            <a:r>
              <a:rPr lang="en-IN" sz="2000" dirty="0"/>
              <a:t>Suggest destinations based on user preferences.</a:t>
            </a:r>
          </a:p>
          <a:p>
            <a:pPr marL="342900" indent="-342900">
              <a:lnSpc>
                <a:spcPct val="150000"/>
              </a:lnSpc>
              <a:buFont typeface="Arial" panose="020B0604020202020204" pitchFamily="34" charset="0"/>
              <a:buChar char="•"/>
            </a:pPr>
            <a:r>
              <a:rPr lang="en-IN" sz="2000" dirty="0"/>
              <a:t> Help users discover travel packages. </a:t>
            </a:r>
          </a:p>
          <a:p>
            <a:pPr marL="342900" indent="-342900">
              <a:lnSpc>
                <a:spcPct val="150000"/>
              </a:lnSpc>
              <a:buFont typeface="Arial" panose="020B0604020202020204" pitchFamily="34" charset="0"/>
              <a:buChar char="•"/>
            </a:pPr>
            <a:r>
              <a:rPr lang="en-IN" sz="2000" dirty="0"/>
              <a:t>Provide AI-based travel guidance.</a:t>
            </a:r>
          </a:p>
          <a:p>
            <a:pPr marL="342900" indent="-342900">
              <a:lnSpc>
                <a:spcPct val="150000"/>
              </a:lnSpc>
              <a:buFont typeface="Arial" panose="020B0604020202020204" pitchFamily="34" charset="0"/>
              <a:buChar char="•"/>
            </a:pPr>
            <a:r>
              <a:rPr lang="en-IN" sz="2000" dirty="0"/>
              <a:t> Improve user travel planning experience. </a:t>
            </a:r>
          </a:p>
          <a:p>
            <a:pPr marL="342900" indent="-342900">
              <a:lnSpc>
                <a:spcPct val="150000"/>
              </a:lnSpc>
              <a:buFont typeface="Arial" panose="020B0604020202020204" pitchFamily="34" charset="0"/>
              <a:buChar char="•"/>
            </a:pPr>
            <a:r>
              <a:rPr lang="en-IN" sz="2000" dirty="0"/>
              <a:t>Integrate IBM </a:t>
            </a:r>
            <a:r>
              <a:rPr lang="en-IN" sz="2000" dirty="0" err="1"/>
              <a:t>watsonx</a:t>
            </a:r>
            <a:r>
              <a:rPr lang="en-IN" sz="2000" dirty="0"/>
              <a:t> Orchestrate AI Chatbot.</a:t>
            </a:r>
            <a:r>
              <a:rPr lang="en-US" sz="2000" dirty="0"/>
              <a:t>.</a:t>
            </a:r>
            <a:endParaRPr lang="en-IN" sz="2000" dirty="0"/>
          </a:p>
        </p:txBody>
      </p:sp>
      <p:sp>
        <p:nvSpPr>
          <p:cNvPr id="3" name="Wave 2">
            <a:extLst>
              <a:ext uri="{FF2B5EF4-FFF2-40B4-BE49-F238E27FC236}">
                <a16:creationId xmlns:a16="http://schemas.microsoft.com/office/drawing/2014/main" id="{8B43A92B-37E6-EE1F-1784-49D72E6157A9}"/>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B41413F-7D2C-9F91-DC84-F1AD29DCF086}"/>
              </a:ext>
            </a:extLst>
          </p:cNvPr>
          <p:cNvSpPr txBox="1"/>
          <p:nvPr/>
        </p:nvSpPr>
        <p:spPr>
          <a:xfrm>
            <a:off x="118479" y="121847"/>
            <a:ext cx="4541520" cy="523220"/>
          </a:xfrm>
          <a:prstGeom prst="rect">
            <a:avLst/>
          </a:prstGeom>
          <a:noFill/>
        </p:spPr>
        <p:txBody>
          <a:bodyPr wrap="square" rtlCol="0">
            <a:spAutoFit/>
          </a:bodyPr>
          <a:lstStyle/>
          <a:p>
            <a:r>
              <a:rPr lang="en-IN" sz="2800" b="1" dirty="0"/>
              <a:t>OBJECTIVES -</a:t>
            </a:r>
            <a:endParaRPr lang="en-IN" b="1" dirty="0"/>
          </a:p>
        </p:txBody>
      </p:sp>
      <p:pic>
        <p:nvPicPr>
          <p:cNvPr id="11" name="Picture 10" descr="Objective - Free business and finance icons">
            <a:extLst>
              <a:ext uri="{FF2B5EF4-FFF2-40B4-BE49-F238E27FC236}">
                <a16:creationId xmlns:a16="http://schemas.microsoft.com/office/drawing/2014/main" id="{8EB881D9-17E8-72E6-B67B-D0160E20CA6D}"/>
              </a:ext>
            </a:extLst>
          </p:cNvPr>
          <p:cNvPicPr>
            <a:picLocks noChangeAspect="1"/>
          </p:cNvPicPr>
          <p:nvPr/>
        </p:nvPicPr>
        <p:blipFill>
          <a:blip r:embed="rId2"/>
          <a:stretch>
            <a:fillRect/>
          </a:stretch>
        </p:blipFill>
        <p:spPr>
          <a:xfrm>
            <a:off x="9812587" y="4943494"/>
            <a:ext cx="1971373" cy="1971373"/>
          </a:xfrm>
          <a:prstGeom prst="rect">
            <a:avLst/>
          </a:prstGeom>
        </p:spPr>
      </p:pic>
    </p:spTree>
    <p:extLst>
      <p:ext uri="{BB962C8B-B14F-4D97-AF65-F5344CB8AC3E}">
        <p14:creationId xmlns:p14="http://schemas.microsoft.com/office/powerpoint/2010/main" val="341088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randombar(horizont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91440" y="53022"/>
            <a:ext cx="6004560" cy="523220"/>
          </a:xfrm>
          <a:prstGeom prst="rect">
            <a:avLst/>
          </a:prstGeom>
          <a:noFill/>
        </p:spPr>
        <p:txBody>
          <a:bodyPr wrap="square" lIns="91440" tIns="45720" rIns="91440" bIns="45720" rtlCol="0" anchor="t">
            <a:spAutoFit/>
          </a:bodyPr>
          <a:lstStyle/>
          <a:p>
            <a:r>
              <a:rPr lang="en-US" sz="2800" b="1" dirty="0"/>
              <a:t>TECHNOLOGY USED -</a:t>
            </a:r>
            <a:endParaRPr lang="en-IN" sz="2800" b="1" dirty="0"/>
          </a:p>
        </p:txBody>
      </p:sp>
      <p:sp>
        <p:nvSpPr>
          <p:cNvPr id="4" name="Rectangle 3">
            <a:extLst>
              <a:ext uri="{FF2B5EF4-FFF2-40B4-BE49-F238E27FC236}">
                <a16:creationId xmlns:a16="http://schemas.microsoft.com/office/drawing/2014/main" id="{79954FD9-7A86-46E4-77A4-F2AAD99D8BB0}"/>
              </a:ext>
            </a:extLst>
          </p:cNvPr>
          <p:cNvSpPr/>
          <p:nvPr/>
        </p:nvSpPr>
        <p:spPr>
          <a:xfrm>
            <a:off x="458013" y="1207109"/>
            <a:ext cx="5963920" cy="5799138"/>
          </a:xfrm>
          <a:prstGeom prst="rect">
            <a:avLst/>
          </a:prstGeom>
          <a:solidFill>
            <a:schemeClr val="accent2">
              <a:lumMod val="60000"/>
              <a:lumOff val="40000"/>
            </a:schemeClr>
          </a:solidFill>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What it takes for technologies to go from breakthrough to big time | T">
            <a:extLst>
              <a:ext uri="{FF2B5EF4-FFF2-40B4-BE49-F238E27FC236}">
                <a16:creationId xmlns:a16="http://schemas.microsoft.com/office/drawing/2014/main" id="{557CE1A5-4E97-1977-94BF-E06BB008BEAC}"/>
              </a:ext>
            </a:extLst>
          </p:cNvPr>
          <p:cNvPicPr>
            <a:picLocks noChangeAspect="1"/>
          </p:cNvPicPr>
          <p:nvPr/>
        </p:nvPicPr>
        <p:blipFill>
          <a:blip r:embed="rId3"/>
          <a:stretch>
            <a:fillRect/>
          </a:stretch>
        </p:blipFill>
        <p:spPr>
          <a:xfrm>
            <a:off x="9545122" y="5049954"/>
            <a:ext cx="2646878" cy="1763483"/>
          </a:xfrm>
          <a:prstGeom prst="rect">
            <a:avLst/>
          </a:prstGeom>
        </p:spPr>
      </p:pic>
      <p:sp>
        <p:nvSpPr>
          <p:cNvPr id="6" name="Wave 5">
            <a:extLst>
              <a:ext uri="{FF2B5EF4-FFF2-40B4-BE49-F238E27FC236}">
                <a16:creationId xmlns:a16="http://schemas.microsoft.com/office/drawing/2014/main" id="{5291FA88-73C2-7EC2-46C9-AFAD6752553A}"/>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4E91BD0-4493-0DFE-AC8D-5BD2041863C5}"/>
              </a:ext>
            </a:extLst>
          </p:cNvPr>
          <p:cNvSpPr/>
          <p:nvPr/>
        </p:nvSpPr>
        <p:spPr>
          <a:xfrm>
            <a:off x="1371600" y="926304"/>
            <a:ext cx="8483600" cy="5710470"/>
          </a:xfrm>
          <a:prstGeom prst="roundRect">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A2862932-7672-C5D9-693F-0468CF2E5543}"/>
              </a:ext>
            </a:extLst>
          </p:cNvPr>
          <p:cNvSpPr/>
          <p:nvPr/>
        </p:nvSpPr>
        <p:spPr>
          <a:xfrm>
            <a:off x="1803400" y="1207108"/>
            <a:ext cx="7620000" cy="504445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4A7608B5-9906-EFCF-959A-E89FC2E3EE19}"/>
              </a:ext>
            </a:extLst>
          </p:cNvPr>
          <p:cNvSpPr txBox="1"/>
          <p:nvPr/>
        </p:nvSpPr>
        <p:spPr>
          <a:xfrm>
            <a:off x="2697023" y="1373219"/>
            <a:ext cx="5715000" cy="4455835"/>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IN" sz="2400" dirty="0"/>
              <a:t>IBM </a:t>
            </a:r>
            <a:r>
              <a:rPr lang="en-IN" sz="2400" dirty="0" err="1"/>
              <a:t>watsonx</a:t>
            </a:r>
            <a:r>
              <a:rPr lang="en-IN" sz="2400" dirty="0"/>
              <a:t> Orchestrate </a:t>
            </a:r>
          </a:p>
          <a:p>
            <a:pPr marL="342900" indent="-342900">
              <a:lnSpc>
                <a:spcPct val="150000"/>
              </a:lnSpc>
              <a:buFont typeface="Arial" panose="020B0604020202020204" pitchFamily="34" charset="0"/>
              <a:buChar char="•"/>
            </a:pPr>
            <a:r>
              <a:rPr lang="en-IN" sz="2400" dirty="0"/>
              <a:t>IBM Granite Model </a:t>
            </a:r>
          </a:p>
          <a:p>
            <a:pPr marL="342900" indent="-342900">
              <a:lnSpc>
                <a:spcPct val="150000"/>
              </a:lnSpc>
              <a:buFont typeface="Arial" panose="020B0604020202020204" pitchFamily="34" charset="0"/>
              <a:buChar char="•"/>
            </a:pPr>
            <a:r>
              <a:rPr lang="en-IN" sz="2400" dirty="0"/>
              <a:t>IBM Cloud Lite </a:t>
            </a:r>
          </a:p>
          <a:p>
            <a:pPr marL="342900" indent="-342900">
              <a:lnSpc>
                <a:spcPct val="150000"/>
              </a:lnSpc>
              <a:buFont typeface="Arial" panose="020B0604020202020204" pitchFamily="34" charset="0"/>
              <a:buChar char="•"/>
            </a:pPr>
            <a:r>
              <a:rPr lang="en-IN" sz="2400" dirty="0"/>
              <a:t>HTML5 </a:t>
            </a:r>
          </a:p>
          <a:p>
            <a:pPr marL="342900" indent="-342900">
              <a:lnSpc>
                <a:spcPct val="150000"/>
              </a:lnSpc>
              <a:buFont typeface="Arial" panose="020B0604020202020204" pitchFamily="34" charset="0"/>
              <a:buChar char="•"/>
            </a:pPr>
            <a:r>
              <a:rPr lang="en-IN" sz="2400" dirty="0"/>
              <a:t>CSS3 </a:t>
            </a:r>
          </a:p>
          <a:p>
            <a:pPr marL="342900" indent="-342900">
              <a:lnSpc>
                <a:spcPct val="150000"/>
              </a:lnSpc>
              <a:buFont typeface="Arial" panose="020B0604020202020204" pitchFamily="34" charset="0"/>
              <a:buChar char="•"/>
            </a:pPr>
            <a:r>
              <a:rPr lang="en-IN" sz="2400" dirty="0"/>
              <a:t>JavaScript </a:t>
            </a:r>
          </a:p>
          <a:p>
            <a:pPr marL="342900" indent="-342900">
              <a:lnSpc>
                <a:spcPct val="150000"/>
              </a:lnSpc>
              <a:buFont typeface="Arial" panose="020B0604020202020204" pitchFamily="34" charset="0"/>
              <a:buChar char="•"/>
            </a:pPr>
            <a:r>
              <a:rPr lang="en-IN" sz="2400" dirty="0"/>
              <a:t>Visual Studio Code </a:t>
            </a:r>
          </a:p>
          <a:p>
            <a:pPr marL="342900" indent="-342900">
              <a:lnSpc>
                <a:spcPct val="150000"/>
              </a:lnSpc>
              <a:buFont typeface="Arial" panose="020B0604020202020204" pitchFamily="34" charset="0"/>
              <a:buChar char="•"/>
            </a:pPr>
            <a:r>
              <a:rPr lang="en-IN" sz="2400" dirty="0"/>
              <a:t>GitHub </a:t>
            </a:r>
            <a:endParaRPr lang="en-IN" sz="2000" dirty="0"/>
          </a:p>
        </p:txBody>
      </p:sp>
    </p:spTree>
    <p:extLst>
      <p:ext uri="{BB962C8B-B14F-4D97-AF65-F5344CB8AC3E}">
        <p14:creationId xmlns:p14="http://schemas.microsoft.com/office/powerpoint/2010/main" val="37644058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Vertic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7" grpId="0" animBg="1"/>
      <p:bldP spid="8"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234101" y="191729"/>
            <a:ext cx="3231770" cy="390635"/>
          </a:xfrm>
          <a:prstGeom prst="rect">
            <a:avLst/>
          </a:prstGeom>
          <a:noFill/>
          <a:ln>
            <a:noFill/>
          </a:ln>
        </p:spPr>
        <p:txBody>
          <a:bodyPr spcFirstLastPara="1" wrap="square" lIns="0" tIns="0" rIns="0" bIns="0" anchor="t" anchorCtr="0">
            <a:noAutofit/>
          </a:bodyPr>
          <a:lstStyle/>
          <a:p>
            <a:r>
              <a:rPr lang="en-US" sz="2800" b="1" dirty="0">
                <a:sym typeface="Times New Roman"/>
              </a:rPr>
              <a:t>ARCHITECTURE - </a:t>
            </a:r>
            <a:endParaRPr lang="en-US" sz="1600" dirty="0"/>
          </a:p>
        </p:txBody>
      </p:sp>
      <p:pic>
        <p:nvPicPr>
          <p:cNvPr id="12" name="Picture 11">
            <a:extLst>
              <a:ext uri="{FF2B5EF4-FFF2-40B4-BE49-F238E27FC236}">
                <a16:creationId xmlns:a16="http://schemas.microsoft.com/office/drawing/2014/main" id="{6A268D2D-8184-43A6-8251-79A432FCF3CA}"/>
              </a:ext>
            </a:extLst>
          </p:cNvPr>
          <p:cNvPicPr>
            <a:picLocks noChangeAspect="1"/>
          </p:cNvPicPr>
          <p:nvPr/>
        </p:nvPicPr>
        <p:blipFill>
          <a:blip r:embed="rId3"/>
          <a:stretch>
            <a:fillRect/>
          </a:stretch>
        </p:blipFill>
        <p:spPr>
          <a:xfrm rot="16200000">
            <a:off x="324059" y="3383022"/>
            <a:ext cx="5905568" cy="660929"/>
          </a:xfrm>
          <a:prstGeom prst="rect">
            <a:avLst/>
          </a:prstGeom>
        </p:spPr>
      </p:pic>
      <p:pic>
        <p:nvPicPr>
          <p:cNvPr id="14" name="Picture 13">
            <a:extLst>
              <a:ext uri="{FF2B5EF4-FFF2-40B4-BE49-F238E27FC236}">
                <a16:creationId xmlns:a16="http://schemas.microsoft.com/office/drawing/2014/main" id="{9B554772-5725-3895-A630-086DBB6566BE}"/>
              </a:ext>
            </a:extLst>
          </p:cNvPr>
          <p:cNvPicPr>
            <a:picLocks noChangeAspect="1"/>
          </p:cNvPicPr>
          <p:nvPr/>
        </p:nvPicPr>
        <p:blipFill>
          <a:blip r:embed="rId4"/>
          <a:stretch>
            <a:fillRect/>
          </a:stretch>
        </p:blipFill>
        <p:spPr>
          <a:xfrm>
            <a:off x="8252119" y="5923280"/>
            <a:ext cx="3696041" cy="934720"/>
          </a:xfrm>
          <a:prstGeom prst="rect">
            <a:avLst/>
          </a:prstGeom>
        </p:spPr>
      </p:pic>
      <p:sp>
        <p:nvSpPr>
          <p:cNvPr id="6" name="Wave 5">
            <a:extLst>
              <a:ext uri="{FF2B5EF4-FFF2-40B4-BE49-F238E27FC236}">
                <a16:creationId xmlns:a16="http://schemas.microsoft.com/office/drawing/2014/main" id="{32144609-8412-D038-D4F0-439FEE315DED}"/>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57BC435B-0940-63AA-CE2E-360E716F5DAC}"/>
              </a:ext>
            </a:extLst>
          </p:cNvPr>
          <p:cNvPicPr>
            <a:picLocks noChangeAspect="1"/>
          </p:cNvPicPr>
          <p:nvPr/>
        </p:nvPicPr>
        <p:blipFill>
          <a:blip r:embed="rId5"/>
          <a:stretch>
            <a:fillRect/>
          </a:stretch>
        </p:blipFill>
        <p:spPr>
          <a:xfrm>
            <a:off x="4065640" y="760702"/>
            <a:ext cx="4186480" cy="5905569"/>
          </a:xfrm>
          <a:prstGeom prst="rect">
            <a:avLst/>
          </a:prstGeom>
        </p:spPr>
      </p:pic>
    </p:spTree>
    <p:extLst>
      <p:ext uri="{BB962C8B-B14F-4D97-AF65-F5344CB8AC3E}">
        <p14:creationId xmlns:p14="http://schemas.microsoft.com/office/powerpoint/2010/main" val="3146073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10" name="Flowchart: Off-page Connector 9">
            <a:extLst>
              <a:ext uri="{FF2B5EF4-FFF2-40B4-BE49-F238E27FC236}">
                <a16:creationId xmlns:a16="http://schemas.microsoft.com/office/drawing/2014/main" id="{81BD8534-3CE1-413A-270B-477FCF64DD8E}"/>
              </a:ext>
            </a:extLst>
          </p:cNvPr>
          <p:cNvSpPr/>
          <p:nvPr/>
        </p:nvSpPr>
        <p:spPr>
          <a:xfrm>
            <a:off x="161904" y="745364"/>
            <a:ext cx="9550400" cy="5526634"/>
          </a:xfrm>
          <a:prstGeom prst="flowChartOffpageConnector">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Wave 4">
            <a:extLst>
              <a:ext uri="{FF2B5EF4-FFF2-40B4-BE49-F238E27FC236}">
                <a16:creationId xmlns:a16="http://schemas.microsoft.com/office/drawing/2014/main" id="{FDE3A77C-4CFA-9842-CB12-75C661702C3B}"/>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BFE4B5D-422A-8381-3D9C-8F4D960A70D5}"/>
              </a:ext>
            </a:extLst>
          </p:cNvPr>
          <p:cNvSpPr txBox="1"/>
          <p:nvPr/>
        </p:nvSpPr>
        <p:spPr>
          <a:xfrm>
            <a:off x="658433" y="1093768"/>
            <a:ext cx="7559040" cy="29409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100" dirty="0"/>
              <a:t>AI Chat Assistant </a:t>
            </a:r>
          </a:p>
          <a:p>
            <a:pPr marL="342900" indent="-342900">
              <a:lnSpc>
                <a:spcPct val="150000"/>
              </a:lnSpc>
              <a:buFont typeface="Arial" panose="020B0604020202020204" pitchFamily="34" charset="0"/>
              <a:buChar char="•"/>
            </a:pPr>
            <a:r>
              <a:rPr lang="en-IN" sz="2100" dirty="0"/>
              <a:t>IBM Granite LLM </a:t>
            </a:r>
          </a:p>
          <a:p>
            <a:pPr marL="342900" indent="-342900">
              <a:lnSpc>
                <a:spcPct val="150000"/>
              </a:lnSpc>
              <a:buFont typeface="Arial" panose="020B0604020202020204" pitchFamily="34" charset="0"/>
              <a:buChar char="•"/>
            </a:pPr>
            <a:r>
              <a:rPr lang="en-IN" sz="2100" dirty="0"/>
              <a:t>Prompt Engineering </a:t>
            </a:r>
          </a:p>
          <a:p>
            <a:pPr marL="342900" indent="-342900">
              <a:lnSpc>
                <a:spcPct val="150000"/>
              </a:lnSpc>
              <a:buFont typeface="Arial" panose="020B0604020202020204" pitchFamily="34" charset="0"/>
              <a:buChar char="•"/>
            </a:pPr>
            <a:r>
              <a:rPr lang="en-IN" sz="2100" dirty="0"/>
              <a:t>Travel Recommendation System </a:t>
            </a:r>
          </a:p>
          <a:p>
            <a:pPr marL="342900" indent="-342900">
              <a:lnSpc>
                <a:spcPct val="150000"/>
              </a:lnSpc>
              <a:buFont typeface="Arial" panose="020B0604020202020204" pitchFamily="34" charset="0"/>
              <a:buChar char="•"/>
            </a:pPr>
            <a:r>
              <a:rPr lang="en-IN" sz="2100" dirty="0"/>
              <a:t>Conversation Management </a:t>
            </a:r>
          </a:p>
          <a:p>
            <a:pPr marL="342900" indent="-342900">
              <a:lnSpc>
                <a:spcPct val="150000"/>
              </a:lnSpc>
              <a:buFont typeface="Arial" panose="020B0604020202020204" pitchFamily="34" charset="0"/>
              <a:buChar char="•"/>
            </a:pPr>
            <a:r>
              <a:rPr lang="en-IN" sz="2100" dirty="0"/>
              <a:t>Response Generation </a:t>
            </a:r>
          </a:p>
        </p:txBody>
      </p:sp>
      <p:sp>
        <p:nvSpPr>
          <p:cNvPr id="2" name="Google Shape;135;p5">
            <a:extLst>
              <a:ext uri="{FF2B5EF4-FFF2-40B4-BE49-F238E27FC236}">
                <a16:creationId xmlns:a16="http://schemas.microsoft.com/office/drawing/2014/main" id="{B64CF172-D2AF-03D8-F919-AA7827A0D969}"/>
              </a:ext>
            </a:extLst>
          </p:cNvPr>
          <p:cNvSpPr/>
          <p:nvPr/>
        </p:nvSpPr>
        <p:spPr>
          <a:xfrm>
            <a:off x="278511" y="90378"/>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IBM ORCHESTRATE COMPONENTS </a:t>
            </a:r>
            <a:r>
              <a:rPr lang="en-US" sz="2800" b="1" dirty="0">
                <a:sym typeface="Times New Roman"/>
              </a:rPr>
              <a:t>-</a:t>
            </a:r>
            <a:endParaRPr sz="2400" b="1" dirty="0">
              <a:sym typeface="Times New Roman"/>
            </a:endParaRPr>
          </a:p>
        </p:txBody>
      </p:sp>
      <p:pic>
        <p:nvPicPr>
          <p:cNvPr id="12" name="Picture 11">
            <a:extLst>
              <a:ext uri="{FF2B5EF4-FFF2-40B4-BE49-F238E27FC236}">
                <a16:creationId xmlns:a16="http://schemas.microsoft.com/office/drawing/2014/main" id="{7538A054-A404-DBF6-ABFA-693C61EB0936}"/>
              </a:ext>
            </a:extLst>
          </p:cNvPr>
          <p:cNvPicPr>
            <a:picLocks noChangeAspect="1"/>
          </p:cNvPicPr>
          <p:nvPr/>
        </p:nvPicPr>
        <p:blipFill>
          <a:blip r:embed="rId3"/>
          <a:stretch>
            <a:fillRect/>
          </a:stretch>
        </p:blipFill>
        <p:spPr>
          <a:xfrm rot="5400000">
            <a:off x="8041843" y="2399386"/>
            <a:ext cx="4694387" cy="684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7250191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heel(1)">
                                      <p:cBhvr>
                                        <p:cTn id="25" dur="2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alf Frame 2">
            <a:extLst>
              <a:ext uri="{FF2B5EF4-FFF2-40B4-BE49-F238E27FC236}">
                <a16:creationId xmlns:a16="http://schemas.microsoft.com/office/drawing/2014/main" id="{5A8F1EEC-DBCD-9EC5-82BB-62354C57CD96}"/>
              </a:ext>
            </a:extLst>
          </p:cNvPr>
          <p:cNvSpPr/>
          <p:nvPr/>
        </p:nvSpPr>
        <p:spPr>
          <a:xfrm>
            <a:off x="0" y="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Half Frame 4">
            <a:extLst>
              <a:ext uri="{FF2B5EF4-FFF2-40B4-BE49-F238E27FC236}">
                <a16:creationId xmlns:a16="http://schemas.microsoft.com/office/drawing/2014/main" id="{D5589C31-570F-9D47-E762-EF009B8B884E}"/>
              </a:ext>
            </a:extLst>
          </p:cNvPr>
          <p:cNvSpPr/>
          <p:nvPr/>
        </p:nvSpPr>
        <p:spPr>
          <a:xfrm rot="10800000">
            <a:off x="9011920" y="394208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Rectangle: Diagonal Corners Rounded 5">
            <a:extLst>
              <a:ext uri="{FF2B5EF4-FFF2-40B4-BE49-F238E27FC236}">
                <a16:creationId xmlns:a16="http://schemas.microsoft.com/office/drawing/2014/main" id="{6BAEAB4D-01DC-81EB-23DF-B9116CC5FC27}"/>
              </a:ext>
            </a:extLst>
          </p:cNvPr>
          <p:cNvSpPr/>
          <p:nvPr/>
        </p:nvSpPr>
        <p:spPr>
          <a:xfrm>
            <a:off x="3180079" y="1341120"/>
            <a:ext cx="6593185" cy="3728720"/>
          </a:xfrm>
          <a:prstGeom prst="round2Diag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Pentagon 6">
            <a:extLst>
              <a:ext uri="{FF2B5EF4-FFF2-40B4-BE49-F238E27FC236}">
                <a16:creationId xmlns:a16="http://schemas.microsoft.com/office/drawing/2014/main" id="{6373F7B6-B699-2BF7-EBE7-DCCBDBB7F5B8}"/>
              </a:ext>
            </a:extLst>
          </p:cNvPr>
          <p:cNvSpPr/>
          <p:nvPr/>
        </p:nvSpPr>
        <p:spPr>
          <a:xfrm rot="5400000">
            <a:off x="1417320" y="3114040"/>
            <a:ext cx="4043680" cy="518160"/>
          </a:xfrm>
          <a:prstGeom prst="homePlat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DBCCF97-05D2-0981-1BFB-24AC52956BC9}"/>
              </a:ext>
            </a:extLst>
          </p:cNvPr>
          <p:cNvSpPr txBox="1"/>
          <p:nvPr/>
        </p:nvSpPr>
        <p:spPr>
          <a:xfrm>
            <a:off x="3948308" y="2131090"/>
            <a:ext cx="5574889" cy="1569660"/>
          </a:xfrm>
          <a:prstGeom prst="rect">
            <a:avLst/>
          </a:prstGeom>
          <a:noFill/>
        </p:spPr>
        <p:txBody>
          <a:bodyPr wrap="square" rtlCol="0">
            <a:spAutoFit/>
          </a:bodyPr>
          <a:lstStyle/>
          <a:p>
            <a:r>
              <a:rPr lang="en-US" sz="4800" b="1" dirty="0"/>
              <a:t>IBM </a:t>
            </a:r>
          </a:p>
          <a:p>
            <a:r>
              <a:rPr lang="en-US" sz="4800" b="1" dirty="0"/>
              <a:t>    ORCHESTRATE </a:t>
            </a:r>
            <a:endParaRPr lang="en-IN" sz="4800" b="1" dirty="0"/>
          </a:p>
        </p:txBody>
      </p:sp>
    </p:spTree>
    <p:extLst>
      <p:ext uri="{BB962C8B-B14F-4D97-AF65-F5344CB8AC3E}">
        <p14:creationId xmlns:p14="http://schemas.microsoft.com/office/powerpoint/2010/main" val="257828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99E158-4568-6121-F074-7A8748B9FC52}"/>
              </a:ext>
            </a:extLst>
          </p:cNvPr>
          <p:cNvPicPr>
            <a:picLocks noChangeAspect="1"/>
          </p:cNvPicPr>
          <p:nvPr/>
        </p:nvPicPr>
        <p:blipFill>
          <a:blip r:embed="rId2"/>
          <a:stretch>
            <a:fillRect/>
          </a:stretch>
        </p:blipFill>
        <p:spPr>
          <a:xfrm>
            <a:off x="373626" y="276439"/>
            <a:ext cx="7325032" cy="29485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21181A92-32F7-F8F6-2E13-14E89FB5AC7C}"/>
              </a:ext>
            </a:extLst>
          </p:cNvPr>
          <p:cNvPicPr>
            <a:picLocks noChangeAspect="1"/>
          </p:cNvPicPr>
          <p:nvPr/>
        </p:nvPicPr>
        <p:blipFill>
          <a:blip r:embed="rId3"/>
          <a:stretch>
            <a:fillRect/>
          </a:stretch>
        </p:blipFill>
        <p:spPr>
          <a:xfrm>
            <a:off x="3868994" y="3556818"/>
            <a:ext cx="7900220" cy="30247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5" descr="IBM Orchestrate and Agentic AI - YouTube">
            <a:extLst>
              <a:ext uri="{FF2B5EF4-FFF2-40B4-BE49-F238E27FC236}">
                <a16:creationId xmlns:a16="http://schemas.microsoft.com/office/drawing/2014/main" id="{609FFDAD-D3B0-0467-D30D-327A6ADF2A28}"/>
              </a:ext>
            </a:extLst>
          </p:cNvPr>
          <p:cNvPicPr>
            <a:picLocks noChangeAspect="1"/>
          </p:cNvPicPr>
          <p:nvPr/>
        </p:nvPicPr>
        <p:blipFill>
          <a:blip r:embed="rId4"/>
          <a:stretch>
            <a:fillRect/>
          </a:stretch>
        </p:blipFill>
        <p:spPr>
          <a:xfrm>
            <a:off x="8465573" y="90948"/>
            <a:ext cx="3652683" cy="3134034"/>
          </a:xfrm>
          <a:prstGeom prst="rect">
            <a:avLst/>
          </a:prstGeom>
        </p:spPr>
      </p:pic>
    </p:spTree>
    <p:extLst>
      <p:ext uri="{BB962C8B-B14F-4D97-AF65-F5344CB8AC3E}">
        <p14:creationId xmlns:p14="http://schemas.microsoft.com/office/powerpoint/2010/main" val="344129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59F29-9D13-2C55-D2B4-61C7689920AB}"/>
            </a:ext>
          </a:extLst>
        </p:cNvPr>
        <p:cNvGrpSpPr/>
        <p:nvPr/>
      </p:nvGrpSpPr>
      <p:grpSpPr>
        <a:xfrm>
          <a:off x="0" y="0"/>
          <a:ext cx="0" cy="0"/>
          <a:chOff x="0" y="0"/>
          <a:chExt cx="0" cy="0"/>
        </a:xfrm>
      </p:grpSpPr>
      <p:sp>
        <p:nvSpPr>
          <p:cNvPr id="2" name="Half Frame 1">
            <a:extLst>
              <a:ext uri="{FF2B5EF4-FFF2-40B4-BE49-F238E27FC236}">
                <a16:creationId xmlns:a16="http://schemas.microsoft.com/office/drawing/2014/main" id="{111DD2A7-6C3B-B7FB-849A-D806D1FAFA82}"/>
              </a:ext>
            </a:extLst>
          </p:cNvPr>
          <p:cNvSpPr/>
          <p:nvPr/>
        </p:nvSpPr>
        <p:spPr>
          <a:xfrm>
            <a:off x="0" y="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Half Frame 3">
            <a:extLst>
              <a:ext uri="{FF2B5EF4-FFF2-40B4-BE49-F238E27FC236}">
                <a16:creationId xmlns:a16="http://schemas.microsoft.com/office/drawing/2014/main" id="{BB3068C2-7DB6-52AA-7F7E-548BF6C90B72}"/>
              </a:ext>
            </a:extLst>
          </p:cNvPr>
          <p:cNvSpPr/>
          <p:nvPr/>
        </p:nvSpPr>
        <p:spPr>
          <a:xfrm rot="10800000">
            <a:off x="9011920" y="394208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Diagonal Corners Rounded 6">
            <a:extLst>
              <a:ext uri="{FF2B5EF4-FFF2-40B4-BE49-F238E27FC236}">
                <a16:creationId xmlns:a16="http://schemas.microsoft.com/office/drawing/2014/main" id="{F63C55D3-6DB4-1A87-4815-405E165E6A55}"/>
              </a:ext>
            </a:extLst>
          </p:cNvPr>
          <p:cNvSpPr/>
          <p:nvPr/>
        </p:nvSpPr>
        <p:spPr>
          <a:xfrm>
            <a:off x="2463800" y="1341120"/>
            <a:ext cx="7523480" cy="3728720"/>
          </a:xfrm>
          <a:prstGeom prst="round2Diag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Pentagon 5">
            <a:extLst>
              <a:ext uri="{FF2B5EF4-FFF2-40B4-BE49-F238E27FC236}">
                <a16:creationId xmlns:a16="http://schemas.microsoft.com/office/drawing/2014/main" id="{0C324845-7C26-77F7-503E-0EAB82371348}"/>
              </a:ext>
            </a:extLst>
          </p:cNvPr>
          <p:cNvSpPr/>
          <p:nvPr/>
        </p:nvSpPr>
        <p:spPr>
          <a:xfrm rot="5400000">
            <a:off x="701040" y="3103880"/>
            <a:ext cx="4043680" cy="518160"/>
          </a:xfrm>
          <a:prstGeom prst="homePlat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F61652B-5877-4290-2928-BEEC45CB6523}"/>
              </a:ext>
            </a:extLst>
          </p:cNvPr>
          <p:cNvSpPr txBox="1"/>
          <p:nvPr/>
        </p:nvSpPr>
        <p:spPr>
          <a:xfrm>
            <a:off x="3698241" y="1846927"/>
            <a:ext cx="6289039" cy="2554545"/>
          </a:xfrm>
          <a:prstGeom prst="rect">
            <a:avLst/>
          </a:prstGeom>
          <a:noFill/>
        </p:spPr>
        <p:txBody>
          <a:bodyPr wrap="square" rtlCol="0">
            <a:spAutoFit/>
          </a:bodyPr>
          <a:lstStyle/>
          <a:p>
            <a:r>
              <a:rPr lang="en-IN" sz="8000" b="1" dirty="0"/>
              <a:t>USER INTERFACE</a:t>
            </a:r>
          </a:p>
        </p:txBody>
      </p:sp>
    </p:spTree>
    <p:extLst>
      <p:ext uri="{BB962C8B-B14F-4D97-AF65-F5344CB8AC3E}">
        <p14:creationId xmlns:p14="http://schemas.microsoft.com/office/powerpoint/2010/main" val="409778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ave 6">
            <a:extLst>
              <a:ext uri="{FF2B5EF4-FFF2-40B4-BE49-F238E27FC236}">
                <a16:creationId xmlns:a16="http://schemas.microsoft.com/office/drawing/2014/main" id="{71D890DA-CB82-A934-AD82-C50E733A6FDA}"/>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842654B-E163-7A05-064C-465D75D55FF4}"/>
              </a:ext>
            </a:extLst>
          </p:cNvPr>
          <p:cNvSpPr txBox="1"/>
          <p:nvPr/>
        </p:nvSpPr>
        <p:spPr>
          <a:xfrm>
            <a:off x="124868" y="60010"/>
            <a:ext cx="5506065" cy="523220"/>
          </a:xfrm>
          <a:prstGeom prst="rect">
            <a:avLst/>
          </a:prstGeom>
          <a:noFill/>
        </p:spPr>
        <p:txBody>
          <a:bodyPr wrap="square" rtlCol="0">
            <a:spAutoFit/>
          </a:bodyPr>
          <a:lstStyle/>
          <a:p>
            <a:r>
              <a:rPr lang="en-IN" sz="2800" b="1" dirty="0"/>
              <a:t>INTERFACE SCREENSHOTS -</a:t>
            </a:r>
          </a:p>
        </p:txBody>
      </p:sp>
      <p:pic>
        <p:nvPicPr>
          <p:cNvPr id="5" name="Picture 4">
            <a:extLst>
              <a:ext uri="{FF2B5EF4-FFF2-40B4-BE49-F238E27FC236}">
                <a16:creationId xmlns:a16="http://schemas.microsoft.com/office/drawing/2014/main" id="{1AC61A24-670A-EF54-B27F-0B4B287C3237}"/>
              </a:ext>
            </a:extLst>
          </p:cNvPr>
          <p:cNvPicPr>
            <a:picLocks noChangeAspect="1"/>
          </p:cNvPicPr>
          <p:nvPr/>
        </p:nvPicPr>
        <p:blipFill>
          <a:blip r:embed="rId2"/>
          <a:stretch>
            <a:fillRect/>
          </a:stretch>
        </p:blipFill>
        <p:spPr>
          <a:xfrm>
            <a:off x="193694" y="910984"/>
            <a:ext cx="6778097" cy="334638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CC658E80-2973-2BF6-4F87-8796C8674CE4}"/>
              </a:ext>
            </a:extLst>
          </p:cNvPr>
          <p:cNvPicPr>
            <a:picLocks noChangeAspect="1"/>
          </p:cNvPicPr>
          <p:nvPr/>
        </p:nvPicPr>
        <p:blipFill>
          <a:blip r:embed="rId3"/>
          <a:stretch>
            <a:fillRect/>
          </a:stretch>
        </p:blipFill>
        <p:spPr>
          <a:xfrm>
            <a:off x="7126131" y="910984"/>
            <a:ext cx="4872175" cy="34786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Picture 11">
            <a:extLst>
              <a:ext uri="{FF2B5EF4-FFF2-40B4-BE49-F238E27FC236}">
                <a16:creationId xmlns:a16="http://schemas.microsoft.com/office/drawing/2014/main" id="{5D5A88D3-BC41-7B3B-025D-EA1BC6C658D4}"/>
              </a:ext>
            </a:extLst>
          </p:cNvPr>
          <p:cNvPicPr>
            <a:picLocks noChangeAspect="1"/>
          </p:cNvPicPr>
          <p:nvPr/>
        </p:nvPicPr>
        <p:blipFill>
          <a:blip r:embed="rId4"/>
          <a:stretch>
            <a:fillRect/>
          </a:stretch>
        </p:blipFill>
        <p:spPr>
          <a:xfrm>
            <a:off x="193695" y="4389656"/>
            <a:ext cx="6669222" cy="228644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6" name="Picture 15">
            <a:extLst>
              <a:ext uri="{FF2B5EF4-FFF2-40B4-BE49-F238E27FC236}">
                <a16:creationId xmlns:a16="http://schemas.microsoft.com/office/drawing/2014/main" id="{41C546C2-67CB-7BE2-27B7-541171418343}"/>
              </a:ext>
            </a:extLst>
          </p:cNvPr>
          <p:cNvPicPr>
            <a:picLocks noChangeAspect="1"/>
          </p:cNvPicPr>
          <p:nvPr/>
        </p:nvPicPr>
        <p:blipFill>
          <a:blip r:embed="rId5"/>
          <a:stretch>
            <a:fillRect/>
          </a:stretch>
        </p:blipFill>
        <p:spPr>
          <a:xfrm>
            <a:off x="7126131" y="4549441"/>
            <a:ext cx="4872173" cy="21754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765579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5" name="Wave 4">
            <a:extLst>
              <a:ext uri="{FF2B5EF4-FFF2-40B4-BE49-F238E27FC236}">
                <a16:creationId xmlns:a16="http://schemas.microsoft.com/office/drawing/2014/main" id="{ABB8BECD-13E5-4B16-3B66-42B1C6D048D1}"/>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70DF4C4-35AF-7A0D-6867-BA2453DCB94E}"/>
              </a:ext>
            </a:extLst>
          </p:cNvPr>
          <p:cNvPicPr>
            <a:picLocks noChangeAspect="1"/>
          </p:cNvPicPr>
          <p:nvPr/>
        </p:nvPicPr>
        <p:blipFill>
          <a:blip r:embed="rId3"/>
          <a:stretch>
            <a:fillRect/>
          </a:stretch>
        </p:blipFill>
        <p:spPr>
          <a:xfrm>
            <a:off x="285136" y="107444"/>
            <a:ext cx="5722374" cy="307820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a:extLst>
              <a:ext uri="{FF2B5EF4-FFF2-40B4-BE49-F238E27FC236}">
                <a16:creationId xmlns:a16="http://schemas.microsoft.com/office/drawing/2014/main" id="{B558FDD2-C69A-3D0C-7166-5DB74C2A588B}"/>
              </a:ext>
            </a:extLst>
          </p:cNvPr>
          <p:cNvPicPr>
            <a:picLocks noChangeAspect="1"/>
          </p:cNvPicPr>
          <p:nvPr/>
        </p:nvPicPr>
        <p:blipFill>
          <a:blip r:embed="rId4"/>
          <a:stretch>
            <a:fillRect/>
          </a:stretch>
        </p:blipFill>
        <p:spPr>
          <a:xfrm>
            <a:off x="6184492" y="107444"/>
            <a:ext cx="5643715" cy="307820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Picture 9">
            <a:extLst>
              <a:ext uri="{FF2B5EF4-FFF2-40B4-BE49-F238E27FC236}">
                <a16:creationId xmlns:a16="http://schemas.microsoft.com/office/drawing/2014/main" id="{5DFAFC7A-8D2C-240D-4ACB-AD32A49560A4}"/>
              </a:ext>
            </a:extLst>
          </p:cNvPr>
          <p:cNvPicPr>
            <a:picLocks noChangeAspect="1"/>
          </p:cNvPicPr>
          <p:nvPr/>
        </p:nvPicPr>
        <p:blipFill>
          <a:blip r:embed="rId5"/>
          <a:stretch>
            <a:fillRect/>
          </a:stretch>
        </p:blipFill>
        <p:spPr>
          <a:xfrm>
            <a:off x="9237060" y="3274142"/>
            <a:ext cx="2591147" cy="3333135"/>
          </a:xfrm>
          <a:prstGeom prst="rect">
            <a:avLst/>
          </a:prstGeom>
          <a:ln>
            <a:noFill/>
          </a:ln>
          <a:effectLst>
            <a:softEdge rad="112500"/>
          </a:effectLst>
        </p:spPr>
      </p:pic>
      <p:pic>
        <p:nvPicPr>
          <p:cNvPr id="14" name="Picture 13">
            <a:extLst>
              <a:ext uri="{FF2B5EF4-FFF2-40B4-BE49-F238E27FC236}">
                <a16:creationId xmlns:a16="http://schemas.microsoft.com/office/drawing/2014/main" id="{48EDF1E4-63FE-C8EF-5EDB-5411C03E5C00}"/>
              </a:ext>
            </a:extLst>
          </p:cNvPr>
          <p:cNvPicPr>
            <a:picLocks noChangeAspect="1"/>
          </p:cNvPicPr>
          <p:nvPr/>
        </p:nvPicPr>
        <p:blipFill>
          <a:blip r:embed="rId6"/>
          <a:stretch>
            <a:fillRect/>
          </a:stretch>
        </p:blipFill>
        <p:spPr>
          <a:xfrm>
            <a:off x="372990" y="3529068"/>
            <a:ext cx="5723010" cy="30782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6" name="Picture 15">
            <a:extLst>
              <a:ext uri="{FF2B5EF4-FFF2-40B4-BE49-F238E27FC236}">
                <a16:creationId xmlns:a16="http://schemas.microsoft.com/office/drawing/2014/main" id="{FB952B9D-4F36-28B9-0777-3EDD039CBDB2}"/>
              </a:ext>
            </a:extLst>
          </p:cNvPr>
          <p:cNvPicPr>
            <a:picLocks noChangeAspect="1"/>
          </p:cNvPicPr>
          <p:nvPr/>
        </p:nvPicPr>
        <p:blipFill>
          <a:blip r:embed="rId7"/>
          <a:stretch>
            <a:fillRect/>
          </a:stretch>
        </p:blipFill>
        <p:spPr>
          <a:xfrm>
            <a:off x="6646610" y="3274142"/>
            <a:ext cx="2413468" cy="3476414"/>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5" name="Wave 4">
            <a:extLst>
              <a:ext uri="{FF2B5EF4-FFF2-40B4-BE49-F238E27FC236}">
                <a16:creationId xmlns:a16="http://schemas.microsoft.com/office/drawing/2014/main" id="{952649FD-7DAB-5952-E557-35A30C460DB0}"/>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3A75621-CF3E-1B06-6A27-12C6F8EF7742}"/>
              </a:ext>
            </a:extLst>
          </p:cNvPr>
          <p:cNvPicPr>
            <a:picLocks noChangeAspect="1"/>
          </p:cNvPicPr>
          <p:nvPr/>
        </p:nvPicPr>
        <p:blipFill>
          <a:blip r:embed="rId3"/>
          <a:stretch>
            <a:fillRect/>
          </a:stretch>
        </p:blipFill>
        <p:spPr>
          <a:xfrm>
            <a:off x="324465" y="231943"/>
            <a:ext cx="6547852" cy="3455154"/>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7B20EA69-4F65-3B52-EA48-0FFEA618D502}"/>
              </a:ext>
            </a:extLst>
          </p:cNvPr>
          <p:cNvPicPr>
            <a:picLocks noChangeAspect="1"/>
          </p:cNvPicPr>
          <p:nvPr/>
        </p:nvPicPr>
        <p:blipFill>
          <a:blip r:embed="rId4"/>
          <a:stretch>
            <a:fillRect/>
          </a:stretch>
        </p:blipFill>
        <p:spPr>
          <a:xfrm>
            <a:off x="4483511" y="3785420"/>
            <a:ext cx="7443018" cy="295937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E424DDD6-F350-3895-82CA-F1C9C05E49D1}"/>
              </a:ext>
            </a:extLst>
          </p:cNvPr>
          <p:cNvPicPr>
            <a:picLocks noChangeAspect="1"/>
          </p:cNvPicPr>
          <p:nvPr/>
        </p:nvPicPr>
        <p:blipFill>
          <a:blip r:embed="rId5"/>
          <a:stretch>
            <a:fillRect/>
          </a:stretch>
        </p:blipFill>
        <p:spPr>
          <a:xfrm>
            <a:off x="7098890" y="304800"/>
            <a:ext cx="4768645" cy="33134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descr="Man Magnifying Glass Stock Illustrations – 23,865 Man Magnifying Glass  Stock Illustrations, Vectors &amp; Clipart - Dreamstime">
            <a:extLst>
              <a:ext uri="{FF2B5EF4-FFF2-40B4-BE49-F238E27FC236}">
                <a16:creationId xmlns:a16="http://schemas.microsoft.com/office/drawing/2014/main" id="{62DBBD0C-0759-D999-1E53-C747635A8002}"/>
              </a:ext>
            </a:extLst>
          </p:cNvPr>
          <p:cNvPicPr>
            <a:picLocks noChangeAspect="1"/>
          </p:cNvPicPr>
          <p:nvPr/>
        </p:nvPicPr>
        <p:blipFill>
          <a:blip r:embed="rId6"/>
          <a:srcRect l="15281" t="9636" r="12218" b="10754"/>
          <a:stretch>
            <a:fillRect/>
          </a:stretch>
        </p:blipFill>
        <p:spPr>
          <a:xfrm>
            <a:off x="389469" y="3785419"/>
            <a:ext cx="2933833" cy="2840637"/>
          </a:xfrm>
          <a:prstGeom prst="rect">
            <a:avLst/>
          </a:prstGeom>
        </p:spPr>
      </p:pic>
    </p:spTree>
    <p:extLst>
      <p:ext uri="{BB962C8B-B14F-4D97-AF65-F5344CB8AC3E}">
        <p14:creationId xmlns:p14="http://schemas.microsoft.com/office/powerpoint/2010/main" val="91796410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lf Frame 1">
            <a:extLst>
              <a:ext uri="{FF2B5EF4-FFF2-40B4-BE49-F238E27FC236}">
                <a16:creationId xmlns:a16="http://schemas.microsoft.com/office/drawing/2014/main" id="{42C6A917-7692-3BCE-8E36-2EF5DB69B7E9}"/>
              </a:ext>
            </a:extLst>
          </p:cNvPr>
          <p:cNvSpPr/>
          <p:nvPr/>
        </p:nvSpPr>
        <p:spPr>
          <a:xfrm>
            <a:off x="0" y="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Half Frame 3">
            <a:extLst>
              <a:ext uri="{FF2B5EF4-FFF2-40B4-BE49-F238E27FC236}">
                <a16:creationId xmlns:a16="http://schemas.microsoft.com/office/drawing/2014/main" id="{45D8B745-D7F6-C10D-9A72-C0469BA0D61A}"/>
              </a:ext>
            </a:extLst>
          </p:cNvPr>
          <p:cNvSpPr/>
          <p:nvPr/>
        </p:nvSpPr>
        <p:spPr>
          <a:xfrm rot="10800000">
            <a:off x="9011920" y="3942080"/>
            <a:ext cx="3180080" cy="2915920"/>
          </a:xfrm>
          <a:prstGeom prst="halfFrame">
            <a:avLst>
              <a:gd name="adj1" fmla="val 19744"/>
              <a:gd name="adj2" fmla="val 22183"/>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Diagonal Corners Rounded 6">
            <a:extLst>
              <a:ext uri="{FF2B5EF4-FFF2-40B4-BE49-F238E27FC236}">
                <a16:creationId xmlns:a16="http://schemas.microsoft.com/office/drawing/2014/main" id="{C6255916-F2B3-304F-EC0E-AD4CF2EEFBCA}"/>
              </a:ext>
            </a:extLst>
          </p:cNvPr>
          <p:cNvSpPr/>
          <p:nvPr/>
        </p:nvSpPr>
        <p:spPr>
          <a:xfrm>
            <a:off x="3180080" y="1341120"/>
            <a:ext cx="5435600" cy="3728720"/>
          </a:xfrm>
          <a:prstGeom prst="round2Diag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Pentagon 5">
            <a:extLst>
              <a:ext uri="{FF2B5EF4-FFF2-40B4-BE49-F238E27FC236}">
                <a16:creationId xmlns:a16="http://schemas.microsoft.com/office/drawing/2014/main" id="{4C8E44A3-3AF1-69B3-A2E7-92861609F573}"/>
              </a:ext>
            </a:extLst>
          </p:cNvPr>
          <p:cNvSpPr/>
          <p:nvPr/>
        </p:nvSpPr>
        <p:spPr>
          <a:xfrm rot="5400000">
            <a:off x="1417320" y="3114040"/>
            <a:ext cx="4043680" cy="518160"/>
          </a:xfrm>
          <a:prstGeom prst="homePlat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17A165C-2B87-EB93-E5D6-471BE8EDC7A8}"/>
              </a:ext>
            </a:extLst>
          </p:cNvPr>
          <p:cNvSpPr txBox="1"/>
          <p:nvPr/>
        </p:nvSpPr>
        <p:spPr>
          <a:xfrm>
            <a:off x="4094481" y="1928207"/>
            <a:ext cx="4384040" cy="2554545"/>
          </a:xfrm>
          <a:prstGeom prst="rect">
            <a:avLst/>
          </a:prstGeom>
          <a:noFill/>
        </p:spPr>
        <p:txBody>
          <a:bodyPr wrap="square" rtlCol="0">
            <a:spAutoFit/>
          </a:bodyPr>
          <a:lstStyle/>
          <a:p>
            <a:r>
              <a:rPr lang="en-IN" sz="8000" b="1" dirty="0"/>
              <a:t>IBM </a:t>
            </a:r>
          </a:p>
          <a:p>
            <a:r>
              <a:rPr lang="en-IN" sz="8000" b="1" dirty="0"/>
              <a:t>     BOB</a:t>
            </a:r>
          </a:p>
        </p:txBody>
      </p:sp>
    </p:spTree>
    <p:extLst>
      <p:ext uri="{BB962C8B-B14F-4D97-AF65-F5344CB8AC3E}">
        <p14:creationId xmlns:p14="http://schemas.microsoft.com/office/powerpoint/2010/main" val="395660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Wave 4">
            <a:extLst>
              <a:ext uri="{FF2B5EF4-FFF2-40B4-BE49-F238E27FC236}">
                <a16:creationId xmlns:a16="http://schemas.microsoft.com/office/drawing/2014/main" id="{DFC44236-F75D-32D5-5FF1-A3BD50CE5C7D}"/>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BCC444E-8C54-3575-AC3B-968EE5AFFC29}"/>
              </a:ext>
            </a:extLst>
          </p:cNvPr>
          <p:cNvSpPr txBox="1"/>
          <p:nvPr/>
        </p:nvSpPr>
        <p:spPr>
          <a:xfrm>
            <a:off x="188452" y="53022"/>
            <a:ext cx="4220988" cy="523220"/>
          </a:xfrm>
          <a:prstGeom prst="rect">
            <a:avLst/>
          </a:prstGeom>
          <a:noFill/>
        </p:spPr>
        <p:txBody>
          <a:bodyPr wrap="square">
            <a:spAutoFit/>
          </a:bodyPr>
          <a:lstStyle/>
          <a:p>
            <a:pPr>
              <a:buNone/>
            </a:pPr>
            <a:r>
              <a:rPr lang="en-IN" sz="2800" b="1" dirty="0"/>
              <a:t>BOB SCREENSHOTS -</a:t>
            </a:r>
          </a:p>
        </p:txBody>
      </p:sp>
      <p:pic>
        <p:nvPicPr>
          <p:cNvPr id="6" name="Picture 5">
            <a:extLst>
              <a:ext uri="{FF2B5EF4-FFF2-40B4-BE49-F238E27FC236}">
                <a16:creationId xmlns:a16="http://schemas.microsoft.com/office/drawing/2014/main" id="{9E326FA3-3DAF-3D7E-13BF-B2432FB41DA4}"/>
              </a:ext>
            </a:extLst>
          </p:cNvPr>
          <p:cNvPicPr>
            <a:picLocks noChangeAspect="1"/>
          </p:cNvPicPr>
          <p:nvPr/>
        </p:nvPicPr>
        <p:blipFill>
          <a:blip r:embed="rId2"/>
          <a:stretch>
            <a:fillRect/>
          </a:stretch>
        </p:blipFill>
        <p:spPr>
          <a:xfrm>
            <a:off x="276965" y="1439341"/>
            <a:ext cx="3482642" cy="5159187"/>
          </a:xfrm>
          <a:prstGeom prst="rect">
            <a:avLst/>
          </a:prstGeom>
        </p:spPr>
      </p:pic>
      <p:pic>
        <p:nvPicPr>
          <p:cNvPr id="8" name="Picture 7">
            <a:extLst>
              <a:ext uri="{FF2B5EF4-FFF2-40B4-BE49-F238E27FC236}">
                <a16:creationId xmlns:a16="http://schemas.microsoft.com/office/drawing/2014/main" id="{EB1ACBF1-A1BC-BDA6-EAE5-DCBDA43DB812}"/>
              </a:ext>
            </a:extLst>
          </p:cNvPr>
          <p:cNvPicPr>
            <a:picLocks noChangeAspect="1"/>
          </p:cNvPicPr>
          <p:nvPr/>
        </p:nvPicPr>
        <p:blipFill>
          <a:blip r:embed="rId3"/>
          <a:stretch>
            <a:fillRect/>
          </a:stretch>
        </p:blipFill>
        <p:spPr>
          <a:xfrm>
            <a:off x="4107511" y="1439341"/>
            <a:ext cx="3314987" cy="5159186"/>
          </a:xfrm>
          <a:prstGeom prst="rect">
            <a:avLst/>
          </a:prstGeom>
        </p:spPr>
      </p:pic>
      <p:pic>
        <p:nvPicPr>
          <p:cNvPr id="12" name="Picture 11">
            <a:extLst>
              <a:ext uri="{FF2B5EF4-FFF2-40B4-BE49-F238E27FC236}">
                <a16:creationId xmlns:a16="http://schemas.microsoft.com/office/drawing/2014/main" id="{94D3E064-E63C-ABAB-8C26-4B6A966408B8}"/>
              </a:ext>
            </a:extLst>
          </p:cNvPr>
          <p:cNvPicPr>
            <a:picLocks noChangeAspect="1"/>
          </p:cNvPicPr>
          <p:nvPr/>
        </p:nvPicPr>
        <p:blipFill>
          <a:blip r:embed="rId4"/>
          <a:stretch>
            <a:fillRect/>
          </a:stretch>
        </p:blipFill>
        <p:spPr>
          <a:xfrm>
            <a:off x="7770403" y="140284"/>
            <a:ext cx="3903855" cy="4473328"/>
          </a:xfrm>
          <a:prstGeom prst="rect">
            <a:avLst/>
          </a:prstGeom>
        </p:spPr>
      </p:pic>
      <p:pic>
        <p:nvPicPr>
          <p:cNvPr id="14" name="Picture 13">
            <a:extLst>
              <a:ext uri="{FF2B5EF4-FFF2-40B4-BE49-F238E27FC236}">
                <a16:creationId xmlns:a16="http://schemas.microsoft.com/office/drawing/2014/main" id="{A0A694B2-7B29-49EC-48C3-90E6994B0378}"/>
              </a:ext>
            </a:extLst>
          </p:cNvPr>
          <p:cNvPicPr>
            <a:picLocks noChangeAspect="1"/>
          </p:cNvPicPr>
          <p:nvPr/>
        </p:nvPicPr>
        <p:blipFill>
          <a:blip r:embed="rId5"/>
          <a:stretch>
            <a:fillRect/>
          </a:stretch>
        </p:blipFill>
        <p:spPr>
          <a:xfrm>
            <a:off x="7789679" y="4739148"/>
            <a:ext cx="3903855" cy="1859379"/>
          </a:xfrm>
          <a:prstGeom prst="rect">
            <a:avLst/>
          </a:prstGeom>
        </p:spPr>
      </p:pic>
      <p:sp>
        <p:nvSpPr>
          <p:cNvPr id="15" name="TextBox 14">
            <a:extLst>
              <a:ext uri="{FF2B5EF4-FFF2-40B4-BE49-F238E27FC236}">
                <a16:creationId xmlns:a16="http://schemas.microsoft.com/office/drawing/2014/main" id="{B2506F9C-9148-1033-1572-C931161BF236}"/>
              </a:ext>
            </a:extLst>
          </p:cNvPr>
          <p:cNvSpPr txBox="1"/>
          <p:nvPr/>
        </p:nvSpPr>
        <p:spPr>
          <a:xfrm>
            <a:off x="3549044" y="790585"/>
            <a:ext cx="4220988" cy="523220"/>
          </a:xfrm>
          <a:prstGeom prst="rect">
            <a:avLst/>
          </a:prstGeom>
          <a:noFill/>
        </p:spPr>
        <p:txBody>
          <a:bodyPr wrap="square" rtlCol="0">
            <a:spAutoFit/>
          </a:bodyPr>
          <a:lstStyle/>
          <a:p>
            <a:r>
              <a:rPr lang="en-US" sz="2800" b="1" dirty="0"/>
              <a:t>BOB INITIAL PROMPTS</a:t>
            </a:r>
            <a:endParaRPr lang="en-IN" b="1" dirty="0"/>
          </a:p>
        </p:txBody>
      </p:sp>
    </p:spTree>
    <p:extLst>
      <p:ext uri="{BB962C8B-B14F-4D97-AF65-F5344CB8AC3E}">
        <p14:creationId xmlns:p14="http://schemas.microsoft.com/office/powerpoint/2010/main" val="10215660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091CD8-9172-08F9-D3D2-B225B4832409}"/>
              </a:ext>
            </a:extLst>
          </p:cNvPr>
          <p:cNvPicPr>
            <a:picLocks noChangeAspect="1"/>
          </p:cNvPicPr>
          <p:nvPr/>
        </p:nvPicPr>
        <p:blipFill>
          <a:blip r:embed="rId2"/>
          <a:stretch>
            <a:fillRect/>
          </a:stretch>
        </p:blipFill>
        <p:spPr>
          <a:xfrm>
            <a:off x="248931" y="206477"/>
            <a:ext cx="5925727" cy="4454013"/>
          </a:xfrm>
          <a:prstGeom prst="rect">
            <a:avLst/>
          </a:prstGeom>
          <a:ln>
            <a:noFill/>
          </a:ln>
          <a:effectLst>
            <a:softEdge rad="112500"/>
          </a:effectLst>
        </p:spPr>
      </p:pic>
      <p:pic>
        <p:nvPicPr>
          <p:cNvPr id="5" name="Picture 4">
            <a:extLst>
              <a:ext uri="{FF2B5EF4-FFF2-40B4-BE49-F238E27FC236}">
                <a16:creationId xmlns:a16="http://schemas.microsoft.com/office/drawing/2014/main" id="{97D053BA-6054-C476-DACD-D8759ADB682C}"/>
              </a:ext>
            </a:extLst>
          </p:cNvPr>
          <p:cNvPicPr>
            <a:picLocks noChangeAspect="1"/>
          </p:cNvPicPr>
          <p:nvPr/>
        </p:nvPicPr>
        <p:blipFill>
          <a:blip r:embed="rId3"/>
          <a:stretch>
            <a:fillRect/>
          </a:stretch>
        </p:blipFill>
        <p:spPr>
          <a:xfrm>
            <a:off x="6266272" y="167161"/>
            <a:ext cx="5676797" cy="6523678"/>
          </a:xfrm>
          <a:prstGeom prst="rect">
            <a:avLst/>
          </a:prstGeom>
          <a:ln>
            <a:noFill/>
          </a:ln>
          <a:effectLst>
            <a:softEdge rad="112500"/>
          </a:effectLst>
        </p:spPr>
      </p:pic>
      <p:pic>
        <p:nvPicPr>
          <p:cNvPr id="7" name="Picture 6">
            <a:extLst>
              <a:ext uri="{FF2B5EF4-FFF2-40B4-BE49-F238E27FC236}">
                <a16:creationId xmlns:a16="http://schemas.microsoft.com/office/drawing/2014/main" id="{C2D83ADC-7011-99A8-4EB8-70C9B7BF8808}"/>
              </a:ext>
            </a:extLst>
          </p:cNvPr>
          <p:cNvPicPr>
            <a:picLocks noChangeAspect="1"/>
          </p:cNvPicPr>
          <p:nvPr/>
        </p:nvPicPr>
        <p:blipFill>
          <a:blip r:embed="rId4"/>
          <a:stretch>
            <a:fillRect/>
          </a:stretch>
        </p:blipFill>
        <p:spPr>
          <a:xfrm>
            <a:off x="288259" y="4768645"/>
            <a:ext cx="5847069" cy="1882878"/>
          </a:xfrm>
          <a:prstGeom prst="rect">
            <a:avLst/>
          </a:prstGeom>
          <a:ln>
            <a:noFill/>
          </a:ln>
          <a:effectLst>
            <a:softEdge rad="112500"/>
          </a:effectLst>
        </p:spPr>
      </p:pic>
    </p:spTree>
    <p:extLst>
      <p:ext uri="{BB962C8B-B14F-4D97-AF65-F5344CB8AC3E}">
        <p14:creationId xmlns:p14="http://schemas.microsoft.com/office/powerpoint/2010/main" val="135777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35" name="Google Shape;135;p5">
            <a:extLst>
              <a:ext uri="{FF2B5EF4-FFF2-40B4-BE49-F238E27FC236}">
                <a16:creationId xmlns:a16="http://schemas.microsoft.com/office/drawing/2014/main" id="{2A145802-2DD3-EEBA-7D44-210C05B98C91}"/>
              </a:ext>
            </a:extLst>
          </p:cNvPr>
          <p:cNvSpPr/>
          <p:nvPr/>
        </p:nvSpPr>
        <p:spPr>
          <a:xfrm>
            <a:off x="187071" y="89375"/>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SYSTEM WORKFLOW -</a:t>
            </a:r>
            <a:endParaRPr sz="2800" b="1" dirty="0">
              <a:sym typeface="Times New Roman"/>
            </a:endParaRPr>
          </a:p>
        </p:txBody>
      </p:sp>
      <p:sp>
        <p:nvSpPr>
          <p:cNvPr id="5" name="Wave 4">
            <a:extLst>
              <a:ext uri="{FF2B5EF4-FFF2-40B4-BE49-F238E27FC236}">
                <a16:creationId xmlns:a16="http://schemas.microsoft.com/office/drawing/2014/main" id="{C67CF3E1-C6C6-4D75-E83A-E646A0BBD6C9}"/>
              </a:ext>
            </a:extLst>
          </p:cNvPr>
          <p:cNvSpPr/>
          <p:nvPr/>
        </p:nvSpPr>
        <p:spPr>
          <a:xfrm rot="16691391" flipV="1">
            <a:off x="8269826" y="2477262"/>
            <a:ext cx="7681412" cy="2230966"/>
          </a:xfrm>
          <a:prstGeom prst="wave">
            <a:avLst>
              <a:gd name="adj1" fmla="val 20000"/>
              <a:gd name="adj2" fmla="val 63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1AA2F2E3-17A7-FD65-1788-61A314F37B8A}"/>
              </a:ext>
            </a:extLst>
          </p:cNvPr>
          <p:cNvPicPr>
            <a:picLocks noChangeAspect="1"/>
          </p:cNvPicPr>
          <p:nvPr/>
        </p:nvPicPr>
        <p:blipFill>
          <a:blip r:embed="rId3"/>
          <a:stretch>
            <a:fillRect/>
          </a:stretch>
        </p:blipFill>
        <p:spPr>
          <a:xfrm>
            <a:off x="3609499" y="1044837"/>
            <a:ext cx="4572000" cy="5324168"/>
          </a:xfrm>
          <a:prstGeom prst="rect">
            <a:avLst/>
          </a:prstGeom>
        </p:spPr>
      </p:pic>
      <p:sp>
        <p:nvSpPr>
          <p:cNvPr id="6" name="Arrow: Down 5">
            <a:extLst>
              <a:ext uri="{FF2B5EF4-FFF2-40B4-BE49-F238E27FC236}">
                <a16:creationId xmlns:a16="http://schemas.microsoft.com/office/drawing/2014/main" id="{954A9092-3974-1D3B-6153-581FC161FF9D}"/>
              </a:ext>
            </a:extLst>
          </p:cNvPr>
          <p:cNvSpPr/>
          <p:nvPr/>
        </p:nvSpPr>
        <p:spPr>
          <a:xfrm>
            <a:off x="3376248" y="1044837"/>
            <a:ext cx="466502" cy="5324168"/>
          </a:xfrm>
          <a:prstGeom prst="down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anim calcmode="lin" valueType="num">
                                      <p:cBhvr>
                                        <p:cTn id="8" dur="1000" fill="hold"/>
                                        <p:tgtEl>
                                          <p:spTgt spid="135"/>
                                        </p:tgtEl>
                                        <p:attrNameLst>
                                          <p:attrName>ppt_x</p:attrName>
                                        </p:attrNameLst>
                                      </p:cBhvr>
                                      <p:tavLst>
                                        <p:tav tm="0">
                                          <p:val>
                                            <p:strVal val="#ppt_x"/>
                                          </p:val>
                                        </p:tav>
                                        <p:tav tm="100000">
                                          <p:val>
                                            <p:strVal val="#ppt_x"/>
                                          </p:val>
                                        </p:tav>
                                      </p:tavLst>
                                    </p:anim>
                                    <p:anim calcmode="lin" valueType="num">
                                      <p:cBhvr>
                                        <p:cTn id="9" dur="1000" fill="hold"/>
                                        <p:tgtEl>
                                          <p:spTgt spid="1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242950" y="114522"/>
            <a:ext cx="2652650"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FEATURES -</a:t>
            </a:r>
            <a:endParaRPr sz="2400" b="1" dirty="0">
              <a:sym typeface="Times New Roman"/>
            </a:endParaRPr>
          </a:p>
        </p:txBody>
      </p:sp>
      <p:sp>
        <p:nvSpPr>
          <p:cNvPr id="6" name="Flowchart: Stored Data 5">
            <a:extLst>
              <a:ext uri="{FF2B5EF4-FFF2-40B4-BE49-F238E27FC236}">
                <a16:creationId xmlns:a16="http://schemas.microsoft.com/office/drawing/2014/main" id="{208F38B7-BD88-42FE-97A8-4D45F030012A}"/>
              </a:ext>
            </a:extLst>
          </p:cNvPr>
          <p:cNvSpPr/>
          <p:nvPr/>
        </p:nvSpPr>
        <p:spPr>
          <a:xfrm rot="5400000">
            <a:off x="140813" y="803084"/>
            <a:ext cx="6508955" cy="6790582"/>
          </a:xfrm>
          <a:prstGeom prst="flowChartOnlineStorag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Wave 4">
            <a:extLst>
              <a:ext uri="{FF2B5EF4-FFF2-40B4-BE49-F238E27FC236}">
                <a16:creationId xmlns:a16="http://schemas.microsoft.com/office/drawing/2014/main" id="{F2F38727-EECD-830F-E80E-A6914338E721}"/>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ABB9AB1D-B1C0-BA97-5C67-E316BC1492CA}"/>
              </a:ext>
            </a:extLst>
          </p:cNvPr>
          <p:cNvCxnSpPr>
            <a:cxnSpLocks/>
          </p:cNvCxnSpPr>
          <p:nvPr/>
        </p:nvCxnSpPr>
        <p:spPr>
          <a:xfrm>
            <a:off x="711200" y="1887794"/>
            <a:ext cx="0" cy="4279326"/>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12CF0BD-BC32-CF75-43BE-1A9887513C6B}"/>
              </a:ext>
            </a:extLst>
          </p:cNvPr>
          <p:cNvSpPr txBox="1"/>
          <p:nvPr/>
        </p:nvSpPr>
        <p:spPr>
          <a:xfrm>
            <a:off x="954151" y="1712610"/>
            <a:ext cx="4775197" cy="465197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t>AI Travel Assistant</a:t>
            </a:r>
          </a:p>
          <a:p>
            <a:pPr marL="285750" indent="-285750">
              <a:lnSpc>
                <a:spcPct val="150000"/>
              </a:lnSpc>
              <a:buFont typeface="Arial" panose="020B0604020202020204" pitchFamily="34" charset="0"/>
              <a:buChar char="•"/>
            </a:pPr>
            <a:r>
              <a:rPr lang="en-IN" sz="2000" dirty="0"/>
              <a:t>Destination Recommendations</a:t>
            </a:r>
          </a:p>
          <a:p>
            <a:pPr marL="285750" indent="-285750">
              <a:lnSpc>
                <a:spcPct val="150000"/>
              </a:lnSpc>
              <a:buFont typeface="Arial" panose="020B0604020202020204" pitchFamily="34" charset="0"/>
              <a:buChar char="•"/>
            </a:pPr>
            <a:r>
              <a:rPr lang="en-IN" sz="2000" dirty="0"/>
              <a:t>Holiday Packages</a:t>
            </a:r>
          </a:p>
          <a:p>
            <a:pPr marL="285750" indent="-285750">
              <a:lnSpc>
                <a:spcPct val="150000"/>
              </a:lnSpc>
              <a:buFont typeface="Arial" panose="020B0604020202020204" pitchFamily="34" charset="0"/>
              <a:buChar char="•"/>
            </a:pPr>
            <a:r>
              <a:rPr lang="en-IN" sz="2000" dirty="0"/>
              <a:t>Hotel Information</a:t>
            </a:r>
          </a:p>
          <a:p>
            <a:pPr marL="285750" indent="-285750">
              <a:lnSpc>
                <a:spcPct val="150000"/>
              </a:lnSpc>
              <a:buFont typeface="Arial" panose="020B0604020202020204" pitchFamily="34" charset="0"/>
              <a:buChar char="•"/>
            </a:pPr>
            <a:r>
              <a:rPr lang="en-IN" sz="2000" dirty="0"/>
              <a:t>Flight Guidance</a:t>
            </a:r>
          </a:p>
          <a:p>
            <a:pPr marL="285750" indent="-285750">
              <a:lnSpc>
                <a:spcPct val="150000"/>
              </a:lnSpc>
              <a:buFont typeface="Arial" panose="020B0604020202020204" pitchFamily="34" charset="0"/>
              <a:buChar char="•"/>
            </a:pPr>
            <a:r>
              <a:rPr lang="en-IN" sz="2000" dirty="0"/>
              <a:t>Travel Planning</a:t>
            </a:r>
          </a:p>
          <a:p>
            <a:pPr marL="285750" indent="-285750">
              <a:lnSpc>
                <a:spcPct val="150000"/>
              </a:lnSpc>
              <a:buFont typeface="Arial" panose="020B0604020202020204" pitchFamily="34" charset="0"/>
              <a:buChar char="•"/>
            </a:pPr>
            <a:r>
              <a:rPr lang="en-IN" sz="2000" dirty="0"/>
              <a:t>Responsive Design</a:t>
            </a:r>
          </a:p>
          <a:p>
            <a:pPr marL="285750" indent="-285750">
              <a:lnSpc>
                <a:spcPct val="150000"/>
              </a:lnSpc>
              <a:buFont typeface="Arial" panose="020B0604020202020204" pitchFamily="34" charset="0"/>
              <a:buChar char="•"/>
            </a:pPr>
            <a:r>
              <a:rPr lang="en-IN" sz="2000" dirty="0"/>
              <a:t>Contact Form</a:t>
            </a:r>
          </a:p>
          <a:p>
            <a:pPr marL="285750" indent="-285750">
              <a:lnSpc>
                <a:spcPct val="150000"/>
              </a:lnSpc>
              <a:buFont typeface="Arial" panose="020B0604020202020204" pitchFamily="34" charset="0"/>
              <a:buChar char="•"/>
            </a:pPr>
            <a:r>
              <a:rPr lang="en-IN" sz="2000" dirty="0"/>
              <a:t>IBM </a:t>
            </a:r>
            <a:r>
              <a:rPr lang="en-IN" sz="2000" dirty="0" err="1"/>
              <a:t>watsonx</a:t>
            </a:r>
            <a:r>
              <a:rPr lang="en-IN" sz="2000" dirty="0"/>
              <a:t> Orchestrate Chatbot</a:t>
            </a:r>
          </a:p>
          <a:p>
            <a:pPr marL="285750" indent="-285750">
              <a:lnSpc>
                <a:spcPct val="150000"/>
              </a:lnSpc>
              <a:buFont typeface="Arial" panose="020B0604020202020204" pitchFamily="34" charset="0"/>
              <a:buChar char="•"/>
            </a:pPr>
            <a:r>
              <a:rPr lang="en-IN" sz="2000" dirty="0"/>
              <a:t>Modern User Interface</a:t>
            </a:r>
          </a:p>
        </p:txBody>
      </p:sp>
      <p:pic>
        <p:nvPicPr>
          <p:cNvPr id="12" name="Picture 11" descr="feature-u (Feature Based Project Organization for React)">
            <a:extLst>
              <a:ext uri="{FF2B5EF4-FFF2-40B4-BE49-F238E27FC236}">
                <a16:creationId xmlns:a16="http://schemas.microsoft.com/office/drawing/2014/main" id="{2EC602A8-53AD-2D06-8EC2-F9CB56E1A22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rot="1514323">
            <a:off x="5599635" y="4119431"/>
            <a:ext cx="4785793" cy="3589345"/>
          </a:xfrm>
          <a:prstGeom prst="rect">
            <a:avLst/>
          </a:prstGeom>
        </p:spPr>
      </p:pic>
    </p:spTree>
    <p:extLst>
      <p:ext uri="{BB962C8B-B14F-4D97-AF65-F5344CB8AC3E}">
        <p14:creationId xmlns:p14="http://schemas.microsoft.com/office/powerpoint/2010/main" val="7553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000"/>
                                        <p:tgtEl>
                                          <p:spTgt spid="12"/>
                                        </p:tgtEl>
                                      </p:cBhvr>
                                    </p:animEffect>
                                    <p:anim calcmode="lin" valueType="num">
                                      <p:cBhvr>
                                        <p:cTn id="18" dur="2000" fill="hold"/>
                                        <p:tgtEl>
                                          <p:spTgt spid="12"/>
                                        </p:tgtEl>
                                        <p:attrNameLst>
                                          <p:attrName>ppt_w</p:attrName>
                                        </p:attrNameLst>
                                      </p:cBhvr>
                                      <p:tavLst>
                                        <p:tav tm="0" fmla="#ppt_w*sin(2.5*pi*$)">
                                          <p:val>
                                            <p:fltVal val="0"/>
                                          </p:val>
                                        </p:tav>
                                        <p:tav tm="100000">
                                          <p:val>
                                            <p:fltVal val="1"/>
                                          </p:val>
                                        </p:tav>
                                      </p:tavLst>
                                    </p:anim>
                                    <p:anim calcmode="lin" valueType="num">
                                      <p:cBhvr>
                                        <p:cTn id="19"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3" name="Wave 2">
            <a:extLst>
              <a:ext uri="{FF2B5EF4-FFF2-40B4-BE49-F238E27FC236}">
                <a16:creationId xmlns:a16="http://schemas.microsoft.com/office/drawing/2014/main" id="{9E25DCA3-AB19-110A-43B7-D9ED10AC4AEF}"/>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Google Shape;135;p5">
            <a:extLst>
              <a:ext uri="{FF2B5EF4-FFF2-40B4-BE49-F238E27FC236}">
                <a16:creationId xmlns:a16="http://schemas.microsoft.com/office/drawing/2014/main" id="{189D03E3-C782-BAA0-25CD-AC8F93A156A1}"/>
              </a:ext>
            </a:extLst>
          </p:cNvPr>
          <p:cNvSpPr/>
          <p:nvPr/>
        </p:nvSpPr>
        <p:spPr>
          <a:xfrm>
            <a:off x="312872" y="119314"/>
            <a:ext cx="2124330" cy="390635"/>
          </a:xfrm>
          <a:prstGeom prst="rect">
            <a:avLst/>
          </a:prstGeom>
          <a:noFill/>
          <a:ln>
            <a:noFill/>
          </a:ln>
        </p:spPr>
        <p:txBody>
          <a:bodyPr spcFirstLastPara="1" wrap="square" lIns="0" tIns="0" rIns="0" bIns="0" anchor="t" anchorCtr="0">
            <a:noAutofit/>
          </a:bodyPr>
          <a:lstStyle/>
          <a:p>
            <a:r>
              <a:rPr lang="en-US" sz="2800" b="1" dirty="0"/>
              <a:t>BENEFITS -</a:t>
            </a:r>
            <a:endParaRPr lang="en-US" b="1" dirty="0"/>
          </a:p>
        </p:txBody>
      </p:sp>
      <p:sp>
        <p:nvSpPr>
          <p:cNvPr id="7" name="Rectangle: Top Corners One Rounded and One Snipped 6">
            <a:extLst>
              <a:ext uri="{FF2B5EF4-FFF2-40B4-BE49-F238E27FC236}">
                <a16:creationId xmlns:a16="http://schemas.microsoft.com/office/drawing/2014/main" id="{1E7CA101-604F-D4C5-EFC4-CCB2804CF32C}"/>
              </a:ext>
            </a:extLst>
          </p:cNvPr>
          <p:cNvSpPr/>
          <p:nvPr/>
        </p:nvSpPr>
        <p:spPr>
          <a:xfrm>
            <a:off x="1341120" y="894080"/>
            <a:ext cx="8961120" cy="5069840"/>
          </a:xfrm>
          <a:prstGeom prst="snipRoundRect">
            <a:avLst/>
          </a:prstGeom>
          <a:solidFill>
            <a:schemeClr val="tx2">
              <a:lumMod val="9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4D683D0-DA59-089D-9BED-9236BDA7692A}"/>
              </a:ext>
            </a:extLst>
          </p:cNvPr>
          <p:cNvSpPr txBox="1"/>
          <p:nvPr/>
        </p:nvSpPr>
        <p:spPr>
          <a:xfrm>
            <a:off x="2084234" y="1574800"/>
            <a:ext cx="6624320" cy="3266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Saves travel planning time</a:t>
            </a:r>
          </a:p>
          <a:p>
            <a:pPr marL="342900" indent="-342900">
              <a:lnSpc>
                <a:spcPct val="150000"/>
              </a:lnSpc>
              <a:buFont typeface="Arial" panose="020B0604020202020204" pitchFamily="34" charset="0"/>
              <a:buChar char="•"/>
            </a:pPr>
            <a:r>
              <a:rPr lang="en-US" sz="2000" dirty="0"/>
              <a:t>Personalized travel recommendations</a:t>
            </a:r>
          </a:p>
          <a:p>
            <a:pPr marL="342900" indent="-342900">
              <a:lnSpc>
                <a:spcPct val="150000"/>
              </a:lnSpc>
              <a:buFont typeface="Arial" panose="020B0604020202020204" pitchFamily="34" charset="0"/>
              <a:buChar char="•"/>
            </a:pPr>
            <a:r>
              <a:rPr lang="en-US" sz="2000" dirty="0"/>
              <a:t>24×7 AI Assistance</a:t>
            </a:r>
          </a:p>
          <a:p>
            <a:pPr marL="342900" indent="-342900">
              <a:lnSpc>
                <a:spcPct val="150000"/>
              </a:lnSpc>
              <a:buFont typeface="Arial" panose="020B0604020202020204" pitchFamily="34" charset="0"/>
              <a:buChar char="•"/>
            </a:pPr>
            <a:r>
              <a:rPr lang="en-US" sz="2000" dirty="0"/>
              <a:t>Easy trip planning</a:t>
            </a:r>
          </a:p>
          <a:p>
            <a:pPr marL="342900" indent="-342900">
              <a:lnSpc>
                <a:spcPct val="150000"/>
              </a:lnSpc>
              <a:buFont typeface="Arial" panose="020B0604020202020204" pitchFamily="34" charset="0"/>
              <a:buChar char="•"/>
            </a:pPr>
            <a:r>
              <a:rPr lang="en-US" sz="2000" dirty="0"/>
              <a:t>Better travel experience</a:t>
            </a:r>
          </a:p>
          <a:p>
            <a:pPr marL="342900" indent="-342900">
              <a:lnSpc>
                <a:spcPct val="150000"/>
              </a:lnSpc>
              <a:buFont typeface="Arial" panose="020B0604020202020204" pitchFamily="34" charset="0"/>
              <a:buChar char="•"/>
            </a:pPr>
            <a:r>
              <a:rPr lang="en-US" sz="2000" dirty="0"/>
              <a:t>User-friendly interface</a:t>
            </a:r>
          </a:p>
          <a:p>
            <a:pPr marL="342900" indent="-342900">
              <a:lnSpc>
                <a:spcPct val="150000"/>
              </a:lnSpc>
              <a:buFont typeface="Arial" panose="020B0604020202020204" pitchFamily="34" charset="0"/>
              <a:buChar char="•"/>
            </a:pPr>
            <a:r>
              <a:rPr lang="en-US" sz="2000" dirty="0"/>
              <a:t>Instant answers to travel queries</a:t>
            </a:r>
            <a:endParaRPr lang="en-IN" sz="2000" dirty="0"/>
          </a:p>
        </p:txBody>
      </p:sp>
      <p:pic>
        <p:nvPicPr>
          <p:cNvPr id="10" name="Picture 9" descr="Employee Benefits Trends 2020 and Beyond: Bring to Mind Changes">
            <a:extLst>
              <a:ext uri="{FF2B5EF4-FFF2-40B4-BE49-F238E27FC236}">
                <a16:creationId xmlns:a16="http://schemas.microsoft.com/office/drawing/2014/main" id="{DCF17683-FD02-4401-5429-B7A596BEA26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448" b="89847" l="9881" r="89949">
                        <a14:foregroundMark x1="22998" y1="56322" x2="23509" y2="59004"/>
                        <a14:foregroundMark x1="58262" y1="31226" x2="62351" y2="23946"/>
                        <a14:foregroundMark x1="19421" y1="9579" x2="12095" y2="28544"/>
                        <a14:foregroundMark x1="11584" y1="28544" x2="17206" y2="3448"/>
                        <a14:foregroundMark x1="17206" y1="3448" x2="17036" y2="16284"/>
                        <a14:foregroundMark x1="12606" y1="11686" x2="12947" y2="30077"/>
                        <a14:foregroundMark x1="10221" y1="22989" x2="10221" y2="26628"/>
                        <a14:foregroundMark x1="55877" y1="89272" x2="55537" y2="88123"/>
                      </a14:backgroundRemoval>
                    </a14:imgEffect>
                  </a14:imgLayer>
                </a14:imgProps>
              </a:ext>
            </a:extLst>
          </a:blip>
          <a:stretch>
            <a:fillRect/>
          </a:stretch>
        </p:blipFill>
        <p:spPr>
          <a:xfrm>
            <a:off x="8936114" y="4526280"/>
            <a:ext cx="2732251" cy="2429702"/>
          </a:xfrm>
          <a:prstGeom prst="rect">
            <a:avLst/>
          </a:prstGeom>
        </p:spPr>
      </p:pic>
    </p:spTree>
    <p:extLst>
      <p:ext uri="{BB962C8B-B14F-4D97-AF65-F5344CB8AC3E}">
        <p14:creationId xmlns:p14="http://schemas.microsoft.com/office/powerpoint/2010/main" val="33421565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26" name="Picture 25">
            <a:extLst>
              <a:ext uri="{FF2B5EF4-FFF2-40B4-BE49-F238E27FC236}">
                <a16:creationId xmlns:a16="http://schemas.microsoft.com/office/drawing/2014/main" id="{3B54641B-DBAF-DA55-7B11-BFB7FD534114}"/>
              </a:ext>
            </a:extLst>
          </p:cNvPr>
          <p:cNvPicPr>
            <a:picLocks noChangeAspect="1"/>
          </p:cNvPicPr>
          <p:nvPr/>
        </p:nvPicPr>
        <p:blipFill>
          <a:blip r:embed="rId3"/>
          <a:stretch>
            <a:fillRect/>
          </a:stretch>
        </p:blipFill>
        <p:spPr>
          <a:xfrm>
            <a:off x="10006123" y="47851"/>
            <a:ext cx="2089100" cy="1839943"/>
          </a:xfrm>
          <a:prstGeom prst="rect">
            <a:avLst/>
          </a:prstGeom>
        </p:spPr>
      </p:pic>
      <p:sp>
        <p:nvSpPr>
          <p:cNvPr id="4" name="Wave 3">
            <a:extLst>
              <a:ext uri="{FF2B5EF4-FFF2-40B4-BE49-F238E27FC236}">
                <a16:creationId xmlns:a16="http://schemas.microsoft.com/office/drawing/2014/main" id="{ACF17A69-5179-1E4F-95BF-2AF6C890F668}"/>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Google Shape;135;p5">
            <a:extLst>
              <a:ext uri="{FF2B5EF4-FFF2-40B4-BE49-F238E27FC236}">
                <a16:creationId xmlns:a16="http://schemas.microsoft.com/office/drawing/2014/main" id="{78578745-3233-E2C4-2AF4-55BA57C68D3F}"/>
              </a:ext>
            </a:extLst>
          </p:cNvPr>
          <p:cNvSpPr/>
          <p:nvPr/>
        </p:nvSpPr>
        <p:spPr>
          <a:xfrm>
            <a:off x="283590" y="93991"/>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mj-lt"/>
              </a:rPr>
              <a:t>FUTURE SCOPE -</a:t>
            </a:r>
            <a:endParaRPr lang="en-US" sz="2400" b="1" dirty="0">
              <a:solidFill>
                <a:schemeClr val="dk1"/>
              </a:solidFill>
              <a:latin typeface="+mj-lt"/>
            </a:endParaRPr>
          </a:p>
        </p:txBody>
      </p:sp>
      <p:sp>
        <p:nvSpPr>
          <p:cNvPr id="6" name="Arrow: Pentagon 5">
            <a:extLst>
              <a:ext uri="{FF2B5EF4-FFF2-40B4-BE49-F238E27FC236}">
                <a16:creationId xmlns:a16="http://schemas.microsoft.com/office/drawing/2014/main" id="{CE4881D7-2378-AE97-6E29-226A9E508C2C}"/>
              </a:ext>
            </a:extLst>
          </p:cNvPr>
          <p:cNvSpPr/>
          <p:nvPr/>
        </p:nvSpPr>
        <p:spPr>
          <a:xfrm>
            <a:off x="0" y="1674434"/>
            <a:ext cx="10139680" cy="4815840"/>
          </a:xfrm>
          <a:prstGeom prst="homePlate">
            <a:avLst/>
          </a:prstGeom>
          <a:solidFill>
            <a:schemeClr val="accent5">
              <a:lumMod val="40000"/>
              <a:lumOff val="60000"/>
            </a:schemeClr>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cxnSp>
        <p:nvCxnSpPr>
          <p:cNvPr id="9" name="Straight Connector 8">
            <a:extLst>
              <a:ext uri="{FF2B5EF4-FFF2-40B4-BE49-F238E27FC236}">
                <a16:creationId xmlns:a16="http://schemas.microsoft.com/office/drawing/2014/main" id="{F5E73791-D7DD-F6EC-6577-B40CF568A9CD}"/>
              </a:ext>
            </a:extLst>
          </p:cNvPr>
          <p:cNvCxnSpPr/>
          <p:nvPr/>
        </p:nvCxnSpPr>
        <p:spPr>
          <a:xfrm>
            <a:off x="0" y="1473200"/>
            <a:ext cx="7538720" cy="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2DEF71-43AA-8518-D0F6-11673CBF9448}"/>
              </a:ext>
            </a:extLst>
          </p:cNvPr>
          <p:cNvSpPr txBox="1"/>
          <p:nvPr/>
        </p:nvSpPr>
        <p:spPr>
          <a:xfrm>
            <a:off x="1061720" y="1674434"/>
            <a:ext cx="5415280" cy="4651979"/>
          </a:xfrm>
          <a:prstGeom prst="rect">
            <a:avLst/>
          </a:prstGeom>
          <a:noFill/>
        </p:spPr>
        <p:txBody>
          <a:bodyPr wrap="square" rtlCol="0">
            <a:spAutoFit/>
          </a:bodyPr>
          <a:lstStyle/>
          <a:p>
            <a:pPr>
              <a:lnSpc>
                <a:spcPct val="150000"/>
              </a:lnSpc>
            </a:pPr>
            <a:r>
              <a:rPr lang="en-US" sz="2000" dirty="0"/>
              <a:t>Hotel Booking Integration</a:t>
            </a:r>
          </a:p>
          <a:p>
            <a:pPr>
              <a:lnSpc>
                <a:spcPct val="150000"/>
              </a:lnSpc>
            </a:pPr>
            <a:r>
              <a:rPr lang="en-US" sz="2000" dirty="0"/>
              <a:t>Flight Booking API</a:t>
            </a:r>
          </a:p>
          <a:p>
            <a:pPr>
              <a:lnSpc>
                <a:spcPct val="150000"/>
              </a:lnSpc>
            </a:pPr>
            <a:r>
              <a:rPr lang="en-US" sz="2000" dirty="0"/>
              <a:t>Weather Forecast</a:t>
            </a:r>
          </a:p>
          <a:p>
            <a:pPr>
              <a:lnSpc>
                <a:spcPct val="150000"/>
              </a:lnSpc>
            </a:pPr>
            <a:r>
              <a:rPr lang="en-US" sz="2000" dirty="0"/>
              <a:t>Google Maps Integration</a:t>
            </a:r>
          </a:p>
          <a:p>
            <a:pPr>
              <a:lnSpc>
                <a:spcPct val="150000"/>
              </a:lnSpc>
            </a:pPr>
            <a:r>
              <a:rPr lang="en-US" sz="2000" dirty="0"/>
              <a:t>Budget Planner</a:t>
            </a:r>
          </a:p>
          <a:p>
            <a:pPr>
              <a:lnSpc>
                <a:spcPct val="150000"/>
              </a:lnSpc>
            </a:pPr>
            <a:r>
              <a:rPr lang="en-US" sz="2000" dirty="0"/>
              <a:t>Visa Guidance</a:t>
            </a:r>
          </a:p>
          <a:p>
            <a:pPr>
              <a:lnSpc>
                <a:spcPct val="150000"/>
              </a:lnSpc>
            </a:pPr>
            <a:r>
              <a:rPr lang="en-US" sz="2000" dirty="0"/>
              <a:t>Travel Expense Calculator</a:t>
            </a:r>
          </a:p>
          <a:p>
            <a:pPr>
              <a:lnSpc>
                <a:spcPct val="150000"/>
              </a:lnSpc>
            </a:pPr>
            <a:r>
              <a:rPr lang="en-US" sz="2000" dirty="0"/>
              <a:t>Multi-language Support</a:t>
            </a:r>
          </a:p>
          <a:p>
            <a:pPr>
              <a:lnSpc>
                <a:spcPct val="150000"/>
              </a:lnSpc>
            </a:pPr>
            <a:r>
              <a:rPr lang="en-US" sz="2000" dirty="0"/>
              <a:t>Mobile Application</a:t>
            </a:r>
          </a:p>
          <a:p>
            <a:pPr>
              <a:lnSpc>
                <a:spcPct val="150000"/>
              </a:lnSpc>
            </a:pPr>
            <a:r>
              <a:rPr lang="en-US" sz="2000" dirty="0"/>
              <a:t>Voice </a:t>
            </a:r>
            <a:r>
              <a:rPr lang="en-US" sz="2000" dirty="0" err="1"/>
              <a:t>Assistan</a:t>
            </a:r>
            <a:endParaRPr lang="en-IN" sz="2000" dirty="0"/>
          </a:p>
        </p:txBody>
      </p:sp>
      <p:cxnSp>
        <p:nvCxnSpPr>
          <p:cNvPr id="11" name="Straight Connector 10">
            <a:extLst>
              <a:ext uri="{FF2B5EF4-FFF2-40B4-BE49-F238E27FC236}">
                <a16:creationId xmlns:a16="http://schemas.microsoft.com/office/drawing/2014/main" id="{7946E456-8FAE-A71E-83D3-ACF1286B1E0D}"/>
              </a:ext>
            </a:extLst>
          </p:cNvPr>
          <p:cNvCxnSpPr>
            <a:cxnSpLocks/>
          </p:cNvCxnSpPr>
          <p:nvPr/>
        </p:nvCxnSpPr>
        <p:spPr>
          <a:xfrm>
            <a:off x="589280" y="1818968"/>
            <a:ext cx="0" cy="4575516"/>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Arrow: Right 13">
            <a:extLst>
              <a:ext uri="{FF2B5EF4-FFF2-40B4-BE49-F238E27FC236}">
                <a16:creationId xmlns:a16="http://schemas.microsoft.com/office/drawing/2014/main" id="{305D9323-0A28-625C-BBE6-533F26ECC6EF}"/>
              </a:ext>
            </a:extLst>
          </p:cNvPr>
          <p:cNvSpPr/>
          <p:nvPr/>
        </p:nvSpPr>
        <p:spPr>
          <a:xfrm>
            <a:off x="339060" y="2288159"/>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460D7299-6BAC-7B8B-DEB0-86808E0EF693}"/>
              </a:ext>
            </a:extLst>
          </p:cNvPr>
          <p:cNvSpPr/>
          <p:nvPr/>
        </p:nvSpPr>
        <p:spPr>
          <a:xfrm>
            <a:off x="328572" y="3243408"/>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728EC354-C637-2336-EA3C-F4AB71415E2E}"/>
              </a:ext>
            </a:extLst>
          </p:cNvPr>
          <p:cNvSpPr/>
          <p:nvPr/>
        </p:nvSpPr>
        <p:spPr>
          <a:xfrm>
            <a:off x="339060" y="3740282"/>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390A1E72-146C-34E9-036D-2D1E879230DB}"/>
              </a:ext>
            </a:extLst>
          </p:cNvPr>
          <p:cNvSpPr/>
          <p:nvPr/>
        </p:nvSpPr>
        <p:spPr>
          <a:xfrm>
            <a:off x="328572" y="4202265"/>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7B4BE782-E79A-156B-EC71-30B40DD480BA}"/>
              </a:ext>
            </a:extLst>
          </p:cNvPr>
          <p:cNvSpPr/>
          <p:nvPr/>
        </p:nvSpPr>
        <p:spPr>
          <a:xfrm>
            <a:off x="339060" y="4623037"/>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AE169218-143F-8E13-6D5E-AEBEF0CA89B7}"/>
              </a:ext>
            </a:extLst>
          </p:cNvPr>
          <p:cNvSpPr/>
          <p:nvPr/>
        </p:nvSpPr>
        <p:spPr>
          <a:xfrm>
            <a:off x="339060" y="2767942"/>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043754C0-6D21-3400-9BA9-6E946C252EF3}"/>
              </a:ext>
            </a:extLst>
          </p:cNvPr>
          <p:cNvSpPr/>
          <p:nvPr/>
        </p:nvSpPr>
        <p:spPr>
          <a:xfrm>
            <a:off x="328572" y="5066132"/>
            <a:ext cx="660303"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DF22BACE-71F5-0654-1480-35BBAB0BD992}"/>
              </a:ext>
            </a:extLst>
          </p:cNvPr>
          <p:cNvSpPr/>
          <p:nvPr/>
        </p:nvSpPr>
        <p:spPr>
          <a:xfrm>
            <a:off x="339060" y="1829976"/>
            <a:ext cx="665480"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42BD1958-0F2F-5378-62FA-ABB377E093E2}"/>
              </a:ext>
            </a:extLst>
          </p:cNvPr>
          <p:cNvSpPr/>
          <p:nvPr/>
        </p:nvSpPr>
        <p:spPr>
          <a:xfrm>
            <a:off x="339060" y="5545450"/>
            <a:ext cx="660303"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3627A955-4A28-AE04-68BD-394659199F4E}"/>
              </a:ext>
            </a:extLst>
          </p:cNvPr>
          <p:cNvSpPr/>
          <p:nvPr/>
        </p:nvSpPr>
        <p:spPr>
          <a:xfrm>
            <a:off x="339060" y="5988545"/>
            <a:ext cx="660303" cy="203200"/>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anim calcmode="lin" valueType="num">
                                      <p:cBhvr additive="base">
                                        <p:cTn id="73" dur="500" fill="hold"/>
                                        <p:tgtEl>
                                          <p:spTgt spid="8"/>
                                        </p:tgtEl>
                                        <p:attrNameLst>
                                          <p:attrName>ppt_x</p:attrName>
                                        </p:attrNameLst>
                                      </p:cBhvr>
                                      <p:tavLst>
                                        <p:tav tm="0">
                                          <p:val>
                                            <p:strVal val="#ppt_x"/>
                                          </p:val>
                                        </p:tav>
                                        <p:tav tm="100000">
                                          <p:val>
                                            <p:strVal val="#ppt_x"/>
                                          </p:val>
                                        </p:tav>
                                      </p:tavLst>
                                    </p:anim>
                                    <p:anim calcmode="lin" valueType="num">
                                      <p:cBhvr additive="base">
                                        <p:cTn id="7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down)">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5"/>
                                        </p:tgtEl>
                                        <p:attrNameLst>
                                          <p:attrName>style.visibility</p:attrName>
                                        </p:attrNameLst>
                                      </p:cBhvr>
                                      <p:to>
                                        <p:strVal val="visible"/>
                                      </p:to>
                                    </p:set>
                                    <p:anim calcmode="lin" valueType="num">
                                      <p:cBhvr additive="base">
                                        <p:cTn id="84" dur="500" fill="hold"/>
                                        <p:tgtEl>
                                          <p:spTgt spid="5"/>
                                        </p:tgtEl>
                                        <p:attrNameLst>
                                          <p:attrName>ppt_x</p:attrName>
                                        </p:attrNameLst>
                                      </p:cBhvr>
                                      <p:tavLst>
                                        <p:tav tm="0">
                                          <p:val>
                                            <p:strVal val="#ppt_x"/>
                                          </p:val>
                                        </p:tav>
                                        <p:tav tm="100000">
                                          <p:val>
                                            <p:strVal val="#ppt_x"/>
                                          </p:val>
                                        </p:tav>
                                      </p:tavLst>
                                    </p:anim>
                                    <p:anim calcmode="lin" valueType="num">
                                      <p:cBhvr additive="base">
                                        <p:cTn id="8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7"/>
                                        </p:tgtEl>
                                        <p:attrNameLst>
                                          <p:attrName>style.visibility</p:attrName>
                                        </p:attrNameLst>
                                      </p:cBhvr>
                                      <p:to>
                                        <p:strVal val="visible"/>
                                      </p:to>
                                    </p:set>
                                    <p:anim calcmode="lin" valueType="num">
                                      <p:cBhvr additive="base">
                                        <p:cTn id="90" dur="500" fill="hold"/>
                                        <p:tgtEl>
                                          <p:spTgt spid="7"/>
                                        </p:tgtEl>
                                        <p:attrNameLst>
                                          <p:attrName>ppt_x</p:attrName>
                                        </p:attrNameLst>
                                      </p:cBhvr>
                                      <p:tavLst>
                                        <p:tav tm="0">
                                          <p:val>
                                            <p:strVal val="#ppt_x"/>
                                          </p:val>
                                        </p:tav>
                                        <p:tav tm="100000">
                                          <p:val>
                                            <p:strVal val="#ppt_x"/>
                                          </p:val>
                                        </p:tav>
                                      </p:tavLst>
                                    </p:anim>
                                    <p:anim calcmode="lin" valueType="num">
                                      <p:cBhvr additive="base">
                                        <p:cTn id="9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10" grpId="0"/>
      <p:bldP spid="14" grpId="0" animBg="1"/>
      <p:bldP spid="16" grpId="0" animBg="1"/>
      <p:bldP spid="18" grpId="0" animBg="1"/>
      <p:bldP spid="20" grpId="0" animBg="1"/>
      <p:bldP spid="22" grpId="0" animBg="1"/>
      <p:bldP spid="24" grpId="0" animBg="1"/>
      <p:bldP spid="8" grpId="0" animBg="1"/>
      <p:bldP spid="12" grpId="0" animBg="1"/>
      <p:bldP spid="5"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Folded Corner 3">
            <a:extLst>
              <a:ext uri="{FF2B5EF4-FFF2-40B4-BE49-F238E27FC236}">
                <a16:creationId xmlns:a16="http://schemas.microsoft.com/office/drawing/2014/main" id="{587D6EE8-F722-5C56-5B86-7CB6EF629273}"/>
              </a:ext>
            </a:extLst>
          </p:cNvPr>
          <p:cNvSpPr/>
          <p:nvPr/>
        </p:nvSpPr>
        <p:spPr>
          <a:xfrm>
            <a:off x="0" y="0"/>
            <a:ext cx="9550400" cy="3850640"/>
          </a:xfrm>
          <a:prstGeom prst="foldedCorner">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Wave 2">
            <a:extLst>
              <a:ext uri="{FF2B5EF4-FFF2-40B4-BE49-F238E27FC236}">
                <a16:creationId xmlns:a16="http://schemas.microsoft.com/office/drawing/2014/main" id="{1C0B3E21-929C-069B-D306-4D90C9230873}"/>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Delay 6">
            <a:extLst>
              <a:ext uri="{FF2B5EF4-FFF2-40B4-BE49-F238E27FC236}">
                <a16:creationId xmlns:a16="http://schemas.microsoft.com/office/drawing/2014/main" id="{7A46B8B1-2080-C5F1-C858-59F6A3B1077A}"/>
              </a:ext>
            </a:extLst>
          </p:cNvPr>
          <p:cNvSpPr/>
          <p:nvPr/>
        </p:nvSpPr>
        <p:spPr>
          <a:xfrm>
            <a:off x="0" y="0"/>
            <a:ext cx="6878320" cy="701040"/>
          </a:xfrm>
          <a:prstGeom prst="flowChartDelay">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Google Shape;135;p5">
            <a:extLst>
              <a:ext uri="{FF2B5EF4-FFF2-40B4-BE49-F238E27FC236}">
                <a16:creationId xmlns:a16="http://schemas.microsoft.com/office/drawing/2014/main" id="{914B3D9E-E108-E474-E4E7-64B026D2F518}"/>
              </a:ext>
            </a:extLst>
          </p:cNvPr>
          <p:cNvSpPr/>
          <p:nvPr/>
        </p:nvSpPr>
        <p:spPr>
          <a:xfrm>
            <a:off x="279329" y="90378"/>
            <a:ext cx="2839791"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mj-lt"/>
                <a:ea typeface="Calibri"/>
                <a:cs typeface="Calibri"/>
                <a:sym typeface="Calibri"/>
              </a:rPr>
              <a:t>CONCLUSION -</a:t>
            </a:r>
            <a:endParaRPr lang="en-US" sz="2400" dirty="0">
              <a:solidFill>
                <a:schemeClr val="dk1"/>
              </a:solidFill>
              <a:latin typeface="+mj-lt"/>
            </a:endParaRPr>
          </a:p>
        </p:txBody>
      </p:sp>
      <p:sp>
        <p:nvSpPr>
          <p:cNvPr id="9" name="TextBox 8">
            <a:extLst>
              <a:ext uri="{FF2B5EF4-FFF2-40B4-BE49-F238E27FC236}">
                <a16:creationId xmlns:a16="http://schemas.microsoft.com/office/drawing/2014/main" id="{704BCBE6-CF3F-9518-EC84-963BFE71C155}"/>
              </a:ext>
            </a:extLst>
          </p:cNvPr>
          <p:cNvSpPr txBox="1"/>
          <p:nvPr/>
        </p:nvSpPr>
        <p:spPr>
          <a:xfrm>
            <a:off x="266155" y="701040"/>
            <a:ext cx="8757920" cy="2805320"/>
          </a:xfrm>
          <a:prstGeom prst="rect">
            <a:avLst/>
          </a:prstGeom>
          <a:noFill/>
        </p:spPr>
        <p:txBody>
          <a:bodyPr wrap="square" rtlCol="0">
            <a:spAutoFit/>
          </a:bodyPr>
          <a:lstStyle/>
          <a:p>
            <a:pPr>
              <a:lnSpc>
                <a:spcPct val="150000"/>
              </a:lnSpc>
            </a:pPr>
            <a:r>
              <a:rPr lang="en-US" sz="2000" dirty="0"/>
              <a:t>The AI-Powered Travel Agent is a smart travel planning platform developed using IBM </a:t>
            </a:r>
            <a:r>
              <a:rPr lang="en-US" sz="2000" dirty="0" err="1"/>
              <a:t>watsonx</a:t>
            </a:r>
            <a:r>
              <a:rPr lang="en-US" sz="2000" dirty="0"/>
              <a:t> Orchestrate and IBM Granite. It helps users discover destinations, explore travel packages, receive personalized recommendations, and interact with an intelligent AI assistant. The system provides a simple, responsive, and user-friendly experience that makes travel planning faster, easier, and more efficient.</a:t>
            </a:r>
            <a:endParaRPr lang="en-IN" sz="2000" dirty="0"/>
          </a:p>
        </p:txBody>
      </p:sp>
      <p:sp>
        <p:nvSpPr>
          <p:cNvPr id="12" name="Ribbon: Tilted Up 11">
            <a:extLst>
              <a:ext uri="{FF2B5EF4-FFF2-40B4-BE49-F238E27FC236}">
                <a16:creationId xmlns:a16="http://schemas.microsoft.com/office/drawing/2014/main" id="{8B5DEFDF-D447-9D23-6B83-FE0CA9BFCEB3}"/>
              </a:ext>
            </a:extLst>
          </p:cNvPr>
          <p:cNvSpPr/>
          <p:nvPr/>
        </p:nvSpPr>
        <p:spPr>
          <a:xfrm>
            <a:off x="-2" y="4419600"/>
            <a:ext cx="5933442" cy="1173480"/>
          </a:xfrm>
          <a:prstGeom prst="ribbon2">
            <a:avLst>
              <a:gd name="adj1" fmla="val 33333"/>
              <a:gd name="adj2" fmla="val 5000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mj-lt"/>
              </a:rPr>
              <a:t>GIT HUB LINK</a:t>
            </a:r>
            <a:endParaRPr lang="en-IN" b="1" dirty="0">
              <a:solidFill>
                <a:schemeClr val="tx1"/>
              </a:solidFill>
              <a:latin typeface="+mj-lt"/>
            </a:endParaRPr>
          </a:p>
        </p:txBody>
      </p:sp>
      <p:pic>
        <p:nvPicPr>
          <p:cNvPr id="14" name="Graphic 13" descr="GitHub - Wikipedia">
            <a:extLst>
              <a:ext uri="{FF2B5EF4-FFF2-40B4-BE49-F238E27FC236}">
                <a16:creationId xmlns:a16="http://schemas.microsoft.com/office/drawing/2014/main" id="{1B321778-90F9-4AD9-6846-B5B2BB7D15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4243" y="5133608"/>
            <a:ext cx="1599664" cy="1599664"/>
          </a:xfrm>
          <a:prstGeom prst="rect">
            <a:avLst/>
          </a:prstGeom>
        </p:spPr>
      </p:pic>
      <p:sp>
        <p:nvSpPr>
          <p:cNvPr id="2" name="TextBox 1">
            <a:extLst>
              <a:ext uri="{FF2B5EF4-FFF2-40B4-BE49-F238E27FC236}">
                <a16:creationId xmlns:a16="http://schemas.microsoft.com/office/drawing/2014/main" id="{EB9100D0-426E-7B2D-EC6D-2C7BC8DB0B1B}"/>
              </a:ext>
            </a:extLst>
          </p:cNvPr>
          <p:cNvSpPr txBox="1"/>
          <p:nvPr/>
        </p:nvSpPr>
        <p:spPr>
          <a:xfrm>
            <a:off x="816077" y="5987845"/>
            <a:ext cx="6351639" cy="400110"/>
          </a:xfrm>
          <a:prstGeom prst="rect">
            <a:avLst/>
          </a:prstGeom>
          <a:noFill/>
        </p:spPr>
        <p:txBody>
          <a:bodyPr wrap="square" rtlCol="0">
            <a:spAutoFit/>
          </a:bodyPr>
          <a:lstStyle/>
          <a:p>
            <a:r>
              <a:rPr lang="en-IN" sz="2000" dirty="0">
                <a:hlinkClick r:id="rId3"/>
              </a:rPr>
              <a:t>https://github.com/shrutichaurasia-dev/AI-Travel-Agent</a:t>
            </a:r>
            <a:endParaRPr lang="en-IN" dirty="0"/>
          </a:p>
        </p:txBody>
      </p:sp>
    </p:spTree>
    <p:extLst>
      <p:ext uri="{BB962C8B-B14F-4D97-AF65-F5344CB8AC3E}">
        <p14:creationId xmlns:p14="http://schemas.microsoft.com/office/powerpoint/2010/main" val="351753803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2" presetClass="emph" presetSubtype="0" fill="hold" grpId="0" nodeType="clickEffect">
                                  <p:stCondLst>
                                    <p:cond delay="0"/>
                                  </p:stCondLst>
                                  <p:childTnLst>
                                    <p:animRot by="120000">
                                      <p:cBhvr>
                                        <p:cTn id="17" dur="100" fill="hold">
                                          <p:stCondLst>
                                            <p:cond delay="0"/>
                                          </p:stCondLst>
                                        </p:cTn>
                                        <p:tgtEl>
                                          <p:spTgt spid="5"/>
                                        </p:tgtEl>
                                        <p:attrNameLst>
                                          <p:attrName>r</p:attrName>
                                        </p:attrNameLst>
                                      </p:cBhvr>
                                    </p:animRot>
                                    <p:animRot by="-240000">
                                      <p:cBhvr>
                                        <p:cTn id="18" dur="200" fill="hold">
                                          <p:stCondLst>
                                            <p:cond delay="200"/>
                                          </p:stCondLst>
                                        </p:cTn>
                                        <p:tgtEl>
                                          <p:spTgt spid="5"/>
                                        </p:tgtEl>
                                        <p:attrNameLst>
                                          <p:attrName>r</p:attrName>
                                        </p:attrNameLst>
                                      </p:cBhvr>
                                    </p:animRot>
                                    <p:animRot by="240000">
                                      <p:cBhvr>
                                        <p:cTn id="19" dur="200" fill="hold">
                                          <p:stCondLst>
                                            <p:cond delay="400"/>
                                          </p:stCondLst>
                                        </p:cTn>
                                        <p:tgtEl>
                                          <p:spTgt spid="5"/>
                                        </p:tgtEl>
                                        <p:attrNameLst>
                                          <p:attrName>r</p:attrName>
                                        </p:attrNameLst>
                                      </p:cBhvr>
                                    </p:animRot>
                                    <p:animRot by="-240000">
                                      <p:cBhvr>
                                        <p:cTn id="20" dur="200" fill="hold">
                                          <p:stCondLst>
                                            <p:cond delay="600"/>
                                          </p:stCondLst>
                                        </p:cTn>
                                        <p:tgtEl>
                                          <p:spTgt spid="5"/>
                                        </p:tgtEl>
                                        <p:attrNameLst>
                                          <p:attrName>r</p:attrName>
                                        </p:attrNameLst>
                                      </p:cBhvr>
                                    </p:animRot>
                                    <p:animRot by="120000">
                                      <p:cBhvr>
                                        <p:cTn id="21" dur="200" fill="hold">
                                          <p:stCondLst>
                                            <p:cond delay="800"/>
                                          </p:stCondLst>
                                        </p:cTn>
                                        <p:tgtEl>
                                          <p:spTgt spid="5"/>
                                        </p:tgtEl>
                                        <p:attrNameLst>
                                          <p:attrName>r</p:attrName>
                                        </p:attrNameLst>
                                      </p:cBhvr>
                                    </p:animRo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5" grpId="0"/>
      <p:bldP spid="9" grpId="0"/>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37D5EE-379B-FDC5-0854-8AC81D31FADF}"/>
              </a:ext>
            </a:extLst>
          </p:cNvPr>
          <p:cNvSpPr txBox="1"/>
          <p:nvPr/>
        </p:nvSpPr>
        <p:spPr>
          <a:xfrm>
            <a:off x="150650" y="84114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1. </a:t>
            </a:r>
            <a:r>
              <a:rPr lang="en-US" sz="2400" b="1" dirty="0"/>
              <a:t>GETTING STARTED WITH ARTIFICIAL INTELLIGENCE</a:t>
            </a:r>
            <a:endParaRPr lang="en-US" sz="2800" b="1" dirty="0"/>
          </a:p>
        </p:txBody>
      </p:sp>
      <p:sp>
        <p:nvSpPr>
          <p:cNvPr id="5" name="Wave 4">
            <a:extLst>
              <a:ext uri="{FF2B5EF4-FFF2-40B4-BE49-F238E27FC236}">
                <a16:creationId xmlns:a16="http://schemas.microsoft.com/office/drawing/2014/main" id="{974FB918-87AD-CF69-532E-80CB975F5E51}"/>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F1C7BCA-5DD7-F4D3-A937-D1C56976DA01}"/>
              </a:ext>
            </a:extLst>
          </p:cNvPr>
          <p:cNvSpPr txBox="1"/>
          <p:nvPr/>
        </p:nvSpPr>
        <p:spPr>
          <a:xfrm>
            <a:off x="150650" y="53022"/>
            <a:ext cx="464487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 -</a:t>
            </a:r>
          </a:p>
        </p:txBody>
      </p:sp>
      <p:pic>
        <p:nvPicPr>
          <p:cNvPr id="8" name="Picture 7">
            <a:extLst>
              <a:ext uri="{FF2B5EF4-FFF2-40B4-BE49-F238E27FC236}">
                <a16:creationId xmlns:a16="http://schemas.microsoft.com/office/drawing/2014/main" id="{5E78BBBE-81F0-FB06-8B34-3034A021BDAD}"/>
              </a:ext>
            </a:extLst>
          </p:cNvPr>
          <p:cNvPicPr>
            <a:picLocks noChangeAspect="1"/>
          </p:cNvPicPr>
          <p:nvPr/>
        </p:nvPicPr>
        <p:blipFill>
          <a:blip r:embed="rId2"/>
          <a:stretch>
            <a:fillRect/>
          </a:stretch>
        </p:blipFill>
        <p:spPr>
          <a:xfrm>
            <a:off x="1235287" y="1576253"/>
            <a:ext cx="9533500" cy="5083861"/>
          </a:xfrm>
          <a:prstGeom prst="rect">
            <a:avLst/>
          </a:prstGeom>
        </p:spPr>
      </p:pic>
    </p:spTree>
    <p:extLst>
      <p:ext uri="{BB962C8B-B14F-4D97-AF65-F5344CB8AC3E}">
        <p14:creationId xmlns:p14="http://schemas.microsoft.com/office/powerpoint/2010/main" val="122904765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519DD-9642-DAE5-3F62-4C1EB1BC97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2FB7A7-11D2-FC8E-BB1B-D2498233B8F6}"/>
              </a:ext>
            </a:extLst>
          </p:cNvPr>
          <p:cNvSpPr txBox="1"/>
          <p:nvPr/>
        </p:nvSpPr>
        <p:spPr>
          <a:xfrm>
            <a:off x="99850" y="17058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2. </a:t>
            </a:r>
            <a:r>
              <a:rPr lang="en-US" sz="2400" b="1" dirty="0"/>
              <a:t>GETTING STARTED WITH CYBERSECURITY</a:t>
            </a:r>
            <a:endParaRPr lang="en-US" sz="2800" b="1" dirty="0"/>
          </a:p>
        </p:txBody>
      </p:sp>
      <p:sp>
        <p:nvSpPr>
          <p:cNvPr id="5" name="Wave 4">
            <a:extLst>
              <a:ext uri="{FF2B5EF4-FFF2-40B4-BE49-F238E27FC236}">
                <a16:creationId xmlns:a16="http://schemas.microsoft.com/office/drawing/2014/main" id="{3EF1DEA1-4D10-0F78-7225-9EA74F74833F}"/>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C54DC89B-1F86-0048-443D-1CCAA71D0846}"/>
              </a:ext>
            </a:extLst>
          </p:cNvPr>
          <p:cNvPicPr>
            <a:picLocks noChangeAspect="1"/>
          </p:cNvPicPr>
          <p:nvPr/>
        </p:nvPicPr>
        <p:blipFill>
          <a:blip r:embed="rId2"/>
          <a:stretch>
            <a:fillRect/>
          </a:stretch>
        </p:blipFill>
        <p:spPr>
          <a:xfrm>
            <a:off x="1320800" y="918571"/>
            <a:ext cx="9447987" cy="5768840"/>
          </a:xfrm>
          <a:prstGeom prst="rect">
            <a:avLst/>
          </a:prstGeom>
        </p:spPr>
      </p:pic>
    </p:spTree>
    <p:extLst>
      <p:ext uri="{BB962C8B-B14F-4D97-AF65-F5344CB8AC3E}">
        <p14:creationId xmlns:p14="http://schemas.microsoft.com/office/powerpoint/2010/main" val="41462486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713D-3BE8-C004-0D14-7397EAA3C1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F46C52-2991-0224-7D6A-4EA9AF688AA1}"/>
              </a:ext>
            </a:extLst>
          </p:cNvPr>
          <p:cNvSpPr txBox="1"/>
          <p:nvPr/>
        </p:nvSpPr>
        <p:spPr>
          <a:xfrm>
            <a:off x="0" y="14010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3. </a:t>
            </a:r>
            <a:r>
              <a:rPr lang="en-US" sz="2400" b="1" dirty="0"/>
              <a:t>JOURNEY TO CLOUD</a:t>
            </a:r>
            <a:endParaRPr lang="en-US" sz="2800" b="1" dirty="0"/>
          </a:p>
        </p:txBody>
      </p:sp>
      <p:sp>
        <p:nvSpPr>
          <p:cNvPr id="5" name="Wave 4">
            <a:extLst>
              <a:ext uri="{FF2B5EF4-FFF2-40B4-BE49-F238E27FC236}">
                <a16:creationId xmlns:a16="http://schemas.microsoft.com/office/drawing/2014/main" id="{00F9CF6A-FC33-0FA7-CC76-25E80EC956F4}"/>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F3ABE084-6619-97C0-26FA-59CFA0D125C3}"/>
              </a:ext>
            </a:extLst>
          </p:cNvPr>
          <p:cNvPicPr>
            <a:picLocks noChangeAspect="1"/>
          </p:cNvPicPr>
          <p:nvPr/>
        </p:nvPicPr>
        <p:blipFill>
          <a:blip r:embed="rId2"/>
          <a:stretch>
            <a:fillRect/>
          </a:stretch>
        </p:blipFill>
        <p:spPr>
          <a:xfrm>
            <a:off x="1422400" y="1001819"/>
            <a:ext cx="9346387" cy="5716072"/>
          </a:xfrm>
          <a:prstGeom prst="rect">
            <a:avLst/>
          </a:prstGeom>
        </p:spPr>
      </p:pic>
    </p:spTree>
    <p:extLst>
      <p:ext uri="{BB962C8B-B14F-4D97-AF65-F5344CB8AC3E}">
        <p14:creationId xmlns:p14="http://schemas.microsoft.com/office/powerpoint/2010/main" val="230441799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9EA9-1E44-5290-FB3D-457ECB0AD3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557BF4-0A31-18EA-D953-3657D184EBCB}"/>
              </a:ext>
            </a:extLst>
          </p:cNvPr>
          <p:cNvSpPr txBox="1"/>
          <p:nvPr/>
        </p:nvSpPr>
        <p:spPr>
          <a:xfrm>
            <a:off x="0" y="10962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4. </a:t>
            </a:r>
            <a:r>
              <a:rPr lang="en-US" sz="2400" b="1" dirty="0"/>
              <a:t>TROUBLESHOOT YOUR CODE USING IBM BOB</a:t>
            </a:r>
            <a:endParaRPr lang="en-US" sz="2800" b="1" dirty="0"/>
          </a:p>
        </p:txBody>
      </p:sp>
      <p:sp>
        <p:nvSpPr>
          <p:cNvPr id="5" name="Wave 4">
            <a:extLst>
              <a:ext uri="{FF2B5EF4-FFF2-40B4-BE49-F238E27FC236}">
                <a16:creationId xmlns:a16="http://schemas.microsoft.com/office/drawing/2014/main" id="{C754DC34-5A58-4D63-AE2E-24970496CF70}"/>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2C1E70A4-C9D3-6C2A-135C-7CC5398BA19A}"/>
              </a:ext>
            </a:extLst>
          </p:cNvPr>
          <p:cNvPicPr>
            <a:picLocks noChangeAspect="1"/>
          </p:cNvPicPr>
          <p:nvPr/>
        </p:nvPicPr>
        <p:blipFill>
          <a:blip r:embed="rId2"/>
          <a:srcRect t="5062" r="19159"/>
          <a:stretch>
            <a:fillRect/>
          </a:stretch>
        </p:blipFill>
        <p:spPr>
          <a:xfrm rot="5400000">
            <a:off x="3206531" y="-554768"/>
            <a:ext cx="5854293" cy="8751996"/>
          </a:xfrm>
          <a:prstGeom prst="rect">
            <a:avLst/>
          </a:prstGeom>
        </p:spPr>
      </p:pic>
    </p:spTree>
    <p:extLst>
      <p:ext uri="{BB962C8B-B14F-4D97-AF65-F5344CB8AC3E}">
        <p14:creationId xmlns:p14="http://schemas.microsoft.com/office/powerpoint/2010/main" val="115614668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B95DD-9CA5-D5DC-0306-35F545C6A5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8EC211-C96E-1FB9-D3D6-1E10CA5BA0CD}"/>
              </a:ext>
            </a:extLst>
          </p:cNvPr>
          <p:cNvSpPr txBox="1"/>
          <p:nvPr/>
        </p:nvSpPr>
        <p:spPr>
          <a:xfrm>
            <a:off x="0" y="15026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5. LEVEL UP CYBERSECURITY WITH GEN. AI</a:t>
            </a:r>
          </a:p>
        </p:txBody>
      </p:sp>
      <p:sp>
        <p:nvSpPr>
          <p:cNvPr id="5" name="Wave 4">
            <a:extLst>
              <a:ext uri="{FF2B5EF4-FFF2-40B4-BE49-F238E27FC236}">
                <a16:creationId xmlns:a16="http://schemas.microsoft.com/office/drawing/2014/main" id="{7D9A5A59-78A1-7B88-062C-1DEB9C2F51AE}"/>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1DE5243-C4FF-1076-E008-A3745B60F0DA}"/>
              </a:ext>
            </a:extLst>
          </p:cNvPr>
          <p:cNvPicPr>
            <a:picLocks noChangeAspect="1"/>
          </p:cNvPicPr>
          <p:nvPr/>
        </p:nvPicPr>
        <p:blipFill>
          <a:blip r:embed="rId2"/>
          <a:stretch>
            <a:fillRect/>
          </a:stretch>
        </p:blipFill>
        <p:spPr>
          <a:xfrm rot="5400000">
            <a:off x="3004796" y="-685388"/>
            <a:ext cx="6034242" cy="8751995"/>
          </a:xfrm>
          <a:prstGeom prst="rect">
            <a:avLst/>
          </a:prstGeom>
        </p:spPr>
      </p:pic>
    </p:spTree>
    <p:extLst>
      <p:ext uri="{BB962C8B-B14F-4D97-AF65-F5344CB8AC3E}">
        <p14:creationId xmlns:p14="http://schemas.microsoft.com/office/powerpoint/2010/main" val="85169291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173A-B201-45DA-2258-4B70E404D1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B4962B-0E89-A4D0-6428-A7E4136940DE}"/>
              </a:ext>
            </a:extLst>
          </p:cNvPr>
          <p:cNvSpPr txBox="1"/>
          <p:nvPr/>
        </p:nvSpPr>
        <p:spPr>
          <a:xfrm>
            <a:off x="0" y="109629"/>
            <a:ext cx="875199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6. EXPLORING QUANTUM COMPUTING</a:t>
            </a:r>
          </a:p>
        </p:txBody>
      </p:sp>
      <p:sp>
        <p:nvSpPr>
          <p:cNvPr id="5" name="Wave 4">
            <a:extLst>
              <a:ext uri="{FF2B5EF4-FFF2-40B4-BE49-F238E27FC236}">
                <a16:creationId xmlns:a16="http://schemas.microsoft.com/office/drawing/2014/main" id="{324D0F0E-AF75-4694-17AF-517DF0A8BBF4}"/>
              </a:ext>
            </a:extLst>
          </p:cNvPr>
          <p:cNvSpPr/>
          <p:nvPr/>
        </p:nvSpPr>
        <p:spPr>
          <a:xfrm rot="16691391" flipV="1">
            <a:off x="8950479" y="4304340"/>
            <a:ext cx="6815759" cy="2230966"/>
          </a:xfrm>
          <a:prstGeom prst="wave">
            <a:avLst>
              <a:gd name="adj1" fmla="val 20000"/>
              <a:gd name="adj2" fmla="val 83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8E37399-7B19-0BCB-1AE8-6D88E400F95A}"/>
              </a:ext>
            </a:extLst>
          </p:cNvPr>
          <p:cNvPicPr>
            <a:picLocks noChangeAspect="1"/>
          </p:cNvPicPr>
          <p:nvPr/>
        </p:nvPicPr>
        <p:blipFill>
          <a:blip r:embed="rId2"/>
          <a:stretch>
            <a:fillRect/>
          </a:stretch>
        </p:blipFill>
        <p:spPr>
          <a:xfrm rot="5400000">
            <a:off x="3038239" y="-685386"/>
            <a:ext cx="6115523" cy="8751994"/>
          </a:xfrm>
          <a:prstGeom prst="rect">
            <a:avLst/>
          </a:prstGeom>
        </p:spPr>
      </p:pic>
    </p:spTree>
    <p:extLst>
      <p:ext uri="{BB962C8B-B14F-4D97-AF65-F5344CB8AC3E}">
        <p14:creationId xmlns:p14="http://schemas.microsoft.com/office/powerpoint/2010/main" val="319939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TM03457475[[fn=Frame]]</Template>
  <TotalTime>418</TotalTime>
  <Words>456</Words>
  <Application>Microsoft Office PowerPoint</Application>
  <PresentationFormat>Widescreen</PresentationFormat>
  <Paragraphs>90</Paragraphs>
  <Slides>28</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dev.dmkd2429@outlook.com</cp:lastModifiedBy>
  <cp:revision>131</cp:revision>
  <dcterms:created xsi:type="dcterms:W3CDTF">2025-07-08T05:06:56Z</dcterms:created>
  <dcterms:modified xsi:type="dcterms:W3CDTF">2026-07-18T12:06:45Z</dcterms:modified>
</cp:coreProperties>
</file>